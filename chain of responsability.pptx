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Paytone One"/>
      <p:regular r:id="rId23"/>
    </p:embeddedFont>
    <p:embeddedFont>
      <p:font typeface="Bebas Neue"/>
      <p:regular r:id="rId24"/>
    </p:embeddedFont>
    <p:embeddedFont>
      <p:font typeface="Questrial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BebasNeue-regular.fntdata"/><Relationship Id="rId23" Type="http://schemas.openxmlformats.org/officeDocument/2006/relationships/font" Target="fonts/PaytoneOn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Questrial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b8ad8aa3d3_0_1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b8ad8aa3d3_0_1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b8ad8aa3d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b8ad8aa3d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487260a6b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487260a6b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45a255b6e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245a255b6e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b8f66849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b8f66849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487260a6b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487260a6b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b8ad8aa3d3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b8ad8aa3d3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2487260a6b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2487260a6b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487260a6b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2487260a6b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1e2fb31265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1e2fb31265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b8ad8aa3d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b8ad8aa3d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1e2fb31265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1e2fb31265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487260a6b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487260a6b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b8ad8aa3d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b8ad8aa3d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2487260a6b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2487260a6b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b8ad8aa3d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b8ad8aa3d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1e2fb31265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1e2fb31265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1900" y="1386639"/>
            <a:ext cx="6196200" cy="19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1900" y="3294939"/>
            <a:ext cx="61962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73165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6725761" y="1349068"/>
            <a:ext cx="1173854" cy="2461458"/>
            <a:chOff x="6725761" y="1349068"/>
            <a:chExt cx="1173854" cy="2461458"/>
          </a:xfrm>
        </p:grpSpPr>
        <p:grpSp>
          <p:nvGrpSpPr>
            <p:cNvPr id="13" name="Google Shape;13;p2"/>
            <p:cNvGrpSpPr/>
            <p:nvPr/>
          </p:nvGrpSpPr>
          <p:grpSpPr>
            <a:xfrm rot="-5400000">
              <a:off x="6747803" y="1327027"/>
              <a:ext cx="1129770" cy="1173854"/>
              <a:chOff x="11" y="583339"/>
              <a:chExt cx="1129770" cy="1173854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9686" y="583339"/>
                <a:ext cx="51388" cy="52830"/>
              </a:xfrm>
              <a:custGeom>
                <a:rect b="b" l="l" r="r" t="t"/>
                <a:pathLst>
                  <a:path extrusionOk="0" h="1649" w="1604">
                    <a:moveTo>
                      <a:pt x="802" y="0"/>
                    </a:moveTo>
                    <a:cubicBezTo>
                      <a:pt x="364" y="15"/>
                      <a:pt x="1" y="378"/>
                      <a:pt x="16" y="832"/>
                    </a:cubicBezTo>
                    <a:cubicBezTo>
                      <a:pt x="1" y="1270"/>
                      <a:pt x="364" y="1633"/>
                      <a:pt x="802" y="1648"/>
                    </a:cubicBezTo>
                    <a:cubicBezTo>
                      <a:pt x="1256" y="1633"/>
                      <a:pt x="1604" y="1270"/>
                      <a:pt x="1589" y="832"/>
                    </a:cubicBezTo>
                    <a:cubicBezTo>
                      <a:pt x="1604" y="378"/>
                      <a:pt x="1256" y="15"/>
                      <a:pt x="8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77103" y="584524"/>
                <a:ext cx="50908" cy="50555"/>
              </a:xfrm>
              <a:custGeom>
                <a:rect b="b" l="l" r="r" t="t"/>
                <a:pathLst>
                  <a:path extrusionOk="0" h="1578" w="1589">
                    <a:moveTo>
                      <a:pt x="795" y="1"/>
                    </a:moveTo>
                    <a:cubicBezTo>
                      <a:pt x="398" y="1"/>
                      <a:pt x="1" y="265"/>
                      <a:pt x="1" y="795"/>
                    </a:cubicBezTo>
                    <a:cubicBezTo>
                      <a:pt x="1" y="1316"/>
                      <a:pt x="398" y="1577"/>
                      <a:pt x="795" y="1577"/>
                    </a:cubicBezTo>
                    <a:cubicBezTo>
                      <a:pt x="1192" y="1577"/>
                      <a:pt x="1589" y="1316"/>
                      <a:pt x="1589" y="795"/>
                    </a:cubicBezTo>
                    <a:cubicBezTo>
                      <a:pt x="1589" y="265"/>
                      <a:pt x="1192" y="1"/>
                      <a:pt x="7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543559" y="583435"/>
                <a:ext cx="52349" cy="52734"/>
              </a:xfrm>
              <a:custGeom>
                <a:rect b="b" l="l" r="r" t="t"/>
                <a:pathLst>
                  <a:path extrusionOk="0" h="1646" w="1634">
                    <a:moveTo>
                      <a:pt x="817" y="1"/>
                    </a:moveTo>
                    <a:cubicBezTo>
                      <a:pt x="409" y="1"/>
                      <a:pt x="1" y="277"/>
                      <a:pt x="31" y="829"/>
                    </a:cubicBezTo>
                    <a:cubicBezTo>
                      <a:pt x="1" y="1267"/>
                      <a:pt x="364" y="1645"/>
                      <a:pt x="817" y="1645"/>
                    </a:cubicBezTo>
                    <a:cubicBezTo>
                      <a:pt x="1271" y="1645"/>
                      <a:pt x="1619" y="1267"/>
                      <a:pt x="1604" y="829"/>
                    </a:cubicBezTo>
                    <a:cubicBezTo>
                      <a:pt x="1634" y="277"/>
                      <a:pt x="1226" y="1"/>
                      <a:pt x="8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810752" y="583435"/>
                <a:ext cx="52093" cy="52734"/>
              </a:xfrm>
              <a:custGeom>
                <a:rect b="b" l="l" r="r" t="t"/>
                <a:pathLst>
                  <a:path extrusionOk="0" h="1646" w="1626">
                    <a:moveTo>
                      <a:pt x="815" y="1"/>
                    </a:moveTo>
                    <a:cubicBezTo>
                      <a:pt x="408" y="1"/>
                      <a:pt x="0" y="277"/>
                      <a:pt x="23" y="829"/>
                    </a:cubicBezTo>
                    <a:cubicBezTo>
                      <a:pt x="8" y="1267"/>
                      <a:pt x="371" y="1645"/>
                      <a:pt x="809" y="1645"/>
                    </a:cubicBezTo>
                    <a:cubicBezTo>
                      <a:pt x="1263" y="1645"/>
                      <a:pt x="1626" y="1267"/>
                      <a:pt x="1596" y="829"/>
                    </a:cubicBezTo>
                    <a:cubicBezTo>
                      <a:pt x="1626" y="277"/>
                      <a:pt x="1221" y="1"/>
                      <a:pt x="8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078874" y="584524"/>
                <a:ext cx="50427" cy="50555"/>
              </a:xfrm>
              <a:custGeom>
                <a:rect b="b" l="l" r="r" t="t"/>
                <a:pathLst>
                  <a:path extrusionOk="0" h="1578" w="1574">
                    <a:moveTo>
                      <a:pt x="787" y="1"/>
                    </a:moveTo>
                    <a:cubicBezTo>
                      <a:pt x="394" y="1"/>
                      <a:pt x="1" y="265"/>
                      <a:pt x="1" y="795"/>
                    </a:cubicBezTo>
                    <a:cubicBezTo>
                      <a:pt x="1" y="1316"/>
                      <a:pt x="394" y="1577"/>
                      <a:pt x="787" y="1577"/>
                    </a:cubicBezTo>
                    <a:cubicBezTo>
                      <a:pt x="1180" y="1577"/>
                      <a:pt x="1574" y="1316"/>
                      <a:pt x="1574" y="795"/>
                    </a:cubicBezTo>
                    <a:cubicBezTo>
                      <a:pt x="1574" y="265"/>
                      <a:pt x="1180" y="1"/>
                      <a:pt x="7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933" y="863347"/>
                <a:ext cx="59141" cy="53310"/>
              </a:xfrm>
              <a:custGeom>
                <a:rect b="b" l="l" r="r" t="t"/>
                <a:pathLst>
                  <a:path extrusionOk="0" h="1664" w="1846">
                    <a:moveTo>
                      <a:pt x="1044" y="0"/>
                    </a:moveTo>
                    <a:cubicBezTo>
                      <a:pt x="1" y="61"/>
                      <a:pt x="1" y="1603"/>
                      <a:pt x="1044" y="1663"/>
                    </a:cubicBezTo>
                    <a:cubicBezTo>
                      <a:pt x="1483" y="1648"/>
                      <a:pt x="1846" y="1270"/>
                      <a:pt x="1831" y="832"/>
                    </a:cubicBezTo>
                    <a:cubicBezTo>
                      <a:pt x="1846" y="393"/>
                      <a:pt x="1498" y="15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68870" y="863827"/>
                <a:ext cx="59141" cy="50459"/>
              </a:xfrm>
              <a:custGeom>
                <a:rect b="b" l="l" r="r" t="t"/>
                <a:pathLst>
                  <a:path extrusionOk="0" h="1575" w="1846">
                    <a:moveTo>
                      <a:pt x="1059" y="0"/>
                    </a:moveTo>
                    <a:cubicBezTo>
                      <a:pt x="364" y="0"/>
                      <a:pt x="1" y="817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2" y="1574"/>
                      <a:pt x="1816" y="1279"/>
                      <a:pt x="1846" y="817"/>
                    </a:cubicBezTo>
                    <a:cubicBezTo>
                      <a:pt x="1846" y="378"/>
                      <a:pt x="1498" y="0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36287" y="863827"/>
                <a:ext cx="59141" cy="50459"/>
              </a:xfrm>
              <a:custGeom>
                <a:rect b="b" l="l" r="r" t="t"/>
                <a:pathLst>
                  <a:path extrusionOk="0" h="1575" w="1846">
                    <a:moveTo>
                      <a:pt x="1044" y="0"/>
                    </a:moveTo>
                    <a:cubicBezTo>
                      <a:pt x="349" y="0"/>
                      <a:pt x="1" y="817"/>
                      <a:pt x="470" y="1331"/>
                    </a:cubicBezTo>
                    <a:cubicBezTo>
                      <a:pt x="632" y="1499"/>
                      <a:pt x="836" y="1574"/>
                      <a:pt x="1035" y="1574"/>
                    </a:cubicBezTo>
                    <a:cubicBezTo>
                      <a:pt x="1430" y="1574"/>
                      <a:pt x="1811" y="1279"/>
                      <a:pt x="1831" y="817"/>
                    </a:cubicBezTo>
                    <a:cubicBezTo>
                      <a:pt x="1846" y="378"/>
                      <a:pt x="1483" y="0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03383" y="863827"/>
                <a:ext cx="58981" cy="50459"/>
              </a:xfrm>
              <a:custGeom>
                <a:rect b="b" l="l" r="r" t="t"/>
                <a:pathLst>
                  <a:path extrusionOk="0" h="1575" w="1841">
                    <a:moveTo>
                      <a:pt x="1021" y="0"/>
                    </a:moveTo>
                    <a:cubicBezTo>
                      <a:pt x="352" y="0"/>
                      <a:pt x="0" y="821"/>
                      <a:pt x="480" y="1331"/>
                    </a:cubicBezTo>
                    <a:cubicBezTo>
                      <a:pt x="637" y="1499"/>
                      <a:pt x="837" y="1574"/>
                      <a:pt x="1035" y="1574"/>
                    </a:cubicBezTo>
                    <a:cubicBezTo>
                      <a:pt x="1425" y="1574"/>
                      <a:pt x="1805" y="1279"/>
                      <a:pt x="1826" y="817"/>
                    </a:cubicBezTo>
                    <a:cubicBezTo>
                      <a:pt x="1841" y="378"/>
                      <a:pt x="1493" y="0"/>
                      <a:pt x="1039" y="0"/>
                    </a:cubicBezTo>
                    <a:cubicBezTo>
                      <a:pt x="1033" y="0"/>
                      <a:pt x="1027" y="0"/>
                      <a:pt x="10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070160" y="863827"/>
                <a:ext cx="59622" cy="50459"/>
              </a:xfrm>
              <a:custGeom>
                <a:rect b="b" l="l" r="r" t="t"/>
                <a:pathLst>
                  <a:path extrusionOk="0" h="1575" w="1861">
                    <a:moveTo>
                      <a:pt x="1059" y="0"/>
                    </a:moveTo>
                    <a:cubicBezTo>
                      <a:pt x="364" y="0"/>
                      <a:pt x="1" y="817"/>
                      <a:pt x="485" y="1331"/>
                    </a:cubicBezTo>
                    <a:cubicBezTo>
                      <a:pt x="647" y="1499"/>
                      <a:pt x="851" y="1574"/>
                      <a:pt x="1050" y="1574"/>
                    </a:cubicBezTo>
                    <a:cubicBezTo>
                      <a:pt x="1445" y="1574"/>
                      <a:pt x="1825" y="1279"/>
                      <a:pt x="1846" y="817"/>
                    </a:cubicBezTo>
                    <a:cubicBezTo>
                      <a:pt x="1861" y="378"/>
                      <a:pt x="1498" y="0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1" y="1143835"/>
                <a:ext cx="61063" cy="52830"/>
              </a:xfrm>
              <a:custGeom>
                <a:rect b="b" l="l" r="r" t="t"/>
                <a:pathLst>
                  <a:path extrusionOk="0" h="1649" w="1906">
                    <a:moveTo>
                      <a:pt x="1104" y="0"/>
                    </a:moveTo>
                    <a:cubicBezTo>
                      <a:pt x="0" y="0"/>
                      <a:pt x="0" y="1649"/>
                      <a:pt x="1104" y="1649"/>
                    </a:cubicBezTo>
                    <a:cubicBezTo>
                      <a:pt x="1558" y="1634"/>
                      <a:pt x="1906" y="1271"/>
                      <a:pt x="1891" y="832"/>
                    </a:cubicBezTo>
                    <a:cubicBezTo>
                      <a:pt x="1906" y="378"/>
                      <a:pt x="1558" y="16"/>
                      <a:pt x="11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68870" y="1143835"/>
                <a:ext cx="59141" cy="50459"/>
              </a:xfrm>
              <a:custGeom>
                <a:rect b="b" l="l" r="r" t="t"/>
                <a:pathLst>
                  <a:path extrusionOk="0" h="1575" w="1846">
                    <a:moveTo>
                      <a:pt x="1059" y="0"/>
                    </a:moveTo>
                    <a:cubicBezTo>
                      <a:pt x="364" y="0"/>
                      <a:pt x="1" y="832"/>
                      <a:pt x="485" y="1331"/>
                    </a:cubicBezTo>
                    <a:cubicBezTo>
                      <a:pt x="648" y="1499"/>
                      <a:pt x="852" y="1575"/>
                      <a:pt x="1053" y="1575"/>
                    </a:cubicBezTo>
                    <a:cubicBezTo>
                      <a:pt x="1447" y="1575"/>
                      <a:pt x="1826" y="1283"/>
                      <a:pt x="1846" y="832"/>
                    </a:cubicBezTo>
                    <a:cubicBezTo>
                      <a:pt x="1846" y="378"/>
                      <a:pt x="1498" y="16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536287" y="1143835"/>
                <a:ext cx="59141" cy="50459"/>
              </a:xfrm>
              <a:custGeom>
                <a:rect b="b" l="l" r="r" t="t"/>
                <a:pathLst>
                  <a:path extrusionOk="0" h="1575" w="1846">
                    <a:moveTo>
                      <a:pt x="1044" y="0"/>
                    </a:moveTo>
                    <a:cubicBezTo>
                      <a:pt x="349" y="0"/>
                      <a:pt x="1" y="832"/>
                      <a:pt x="470" y="1331"/>
                    </a:cubicBezTo>
                    <a:cubicBezTo>
                      <a:pt x="633" y="1499"/>
                      <a:pt x="837" y="1575"/>
                      <a:pt x="1038" y="1575"/>
                    </a:cubicBezTo>
                    <a:cubicBezTo>
                      <a:pt x="1432" y="1575"/>
                      <a:pt x="1811" y="1283"/>
                      <a:pt x="1831" y="832"/>
                    </a:cubicBezTo>
                    <a:cubicBezTo>
                      <a:pt x="1846" y="378"/>
                      <a:pt x="1483" y="16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03223" y="1143835"/>
                <a:ext cx="59141" cy="50459"/>
              </a:xfrm>
              <a:custGeom>
                <a:rect b="b" l="l" r="r" t="t"/>
                <a:pathLst>
                  <a:path extrusionOk="0" h="1575" w="1846">
                    <a:moveTo>
                      <a:pt x="1044" y="0"/>
                    </a:moveTo>
                    <a:cubicBezTo>
                      <a:pt x="349" y="0"/>
                      <a:pt x="1" y="832"/>
                      <a:pt x="485" y="1331"/>
                    </a:cubicBezTo>
                    <a:cubicBezTo>
                      <a:pt x="643" y="1499"/>
                      <a:pt x="844" y="1575"/>
                      <a:pt x="1042" y="1575"/>
                    </a:cubicBezTo>
                    <a:cubicBezTo>
                      <a:pt x="1432" y="1575"/>
                      <a:pt x="1810" y="1283"/>
                      <a:pt x="1831" y="832"/>
                    </a:cubicBezTo>
                    <a:cubicBezTo>
                      <a:pt x="1846" y="378"/>
                      <a:pt x="1498" y="16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070160" y="1143835"/>
                <a:ext cx="59622" cy="50459"/>
              </a:xfrm>
              <a:custGeom>
                <a:rect b="b" l="l" r="r" t="t"/>
                <a:pathLst>
                  <a:path extrusionOk="0" h="1575" w="1861">
                    <a:moveTo>
                      <a:pt x="1059" y="0"/>
                    </a:moveTo>
                    <a:cubicBezTo>
                      <a:pt x="364" y="0"/>
                      <a:pt x="1" y="832"/>
                      <a:pt x="485" y="1331"/>
                    </a:cubicBezTo>
                    <a:cubicBezTo>
                      <a:pt x="648" y="1499"/>
                      <a:pt x="852" y="1575"/>
                      <a:pt x="1053" y="1575"/>
                    </a:cubicBezTo>
                    <a:cubicBezTo>
                      <a:pt x="1447" y="1575"/>
                      <a:pt x="1825" y="1283"/>
                      <a:pt x="1846" y="832"/>
                    </a:cubicBezTo>
                    <a:cubicBezTo>
                      <a:pt x="1861" y="378"/>
                      <a:pt x="1498" y="16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933" y="1424323"/>
                <a:ext cx="59141" cy="52830"/>
              </a:xfrm>
              <a:custGeom>
                <a:rect b="b" l="l" r="r" t="t"/>
                <a:pathLst>
                  <a:path extrusionOk="0" h="1649" w="1846">
                    <a:moveTo>
                      <a:pt x="1044" y="1"/>
                    </a:moveTo>
                    <a:cubicBezTo>
                      <a:pt x="1" y="46"/>
                      <a:pt x="1" y="1588"/>
                      <a:pt x="1044" y="1649"/>
                    </a:cubicBezTo>
                    <a:cubicBezTo>
                      <a:pt x="1498" y="1634"/>
                      <a:pt x="1846" y="1271"/>
                      <a:pt x="1831" y="817"/>
                    </a:cubicBezTo>
                    <a:cubicBezTo>
                      <a:pt x="1846" y="379"/>
                      <a:pt x="1498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268870" y="1424323"/>
                <a:ext cx="59141" cy="50459"/>
              </a:xfrm>
              <a:custGeom>
                <a:rect b="b" l="l" r="r" t="t"/>
                <a:pathLst>
                  <a:path extrusionOk="0" h="1575" w="1846">
                    <a:moveTo>
                      <a:pt x="1059" y="1"/>
                    </a:moveTo>
                    <a:cubicBezTo>
                      <a:pt x="364" y="1"/>
                      <a:pt x="1" y="832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2" y="1574"/>
                      <a:pt x="1816" y="1279"/>
                      <a:pt x="1846" y="817"/>
                    </a:cubicBezTo>
                    <a:cubicBezTo>
                      <a:pt x="1846" y="379"/>
                      <a:pt x="1498" y="1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36287" y="1424323"/>
                <a:ext cx="59141" cy="50459"/>
              </a:xfrm>
              <a:custGeom>
                <a:rect b="b" l="l" r="r" t="t"/>
                <a:pathLst>
                  <a:path extrusionOk="0" h="1575" w="1846">
                    <a:moveTo>
                      <a:pt x="1044" y="1"/>
                    </a:moveTo>
                    <a:cubicBezTo>
                      <a:pt x="349" y="1"/>
                      <a:pt x="1" y="832"/>
                      <a:pt x="470" y="1331"/>
                    </a:cubicBezTo>
                    <a:cubicBezTo>
                      <a:pt x="632" y="1499"/>
                      <a:pt x="836" y="1574"/>
                      <a:pt x="1035" y="1574"/>
                    </a:cubicBezTo>
                    <a:cubicBezTo>
                      <a:pt x="1430" y="1574"/>
                      <a:pt x="1811" y="1279"/>
                      <a:pt x="1831" y="817"/>
                    </a:cubicBezTo>
                    <a:cubicBezTo>
                      <a:pt x="1846" y="379"/>
                      <a:pt x="1483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803223" y="1424323"/>
                <a:ext cx="59141" cy="50459"/>
              </a:xfrm>
              <a:custGeom>
                <a:rect b="b" l="l" r="r" t="t"/>
                <a:pathLst>
                  <a:path extrusionOk="0" h="1575" w="1846">
                    <a:moveTo>
                      <a:pt x="1044" y="1"/>
                    </a:moveTo>
                    <a:cubicBezTo>
                      <a:pt x="364" y="1"/>
                      <a:pt x="1" y="817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0" y="1574"/>
                      <a:pt x="1810" y="1279"/>
                      <a:pt x="1831" y="817"/>
                    </a:cubicBezTo>
                    <a:cubicBezTo>
                      <a:pt x="1846" y="379"/>
                      <a:pt x="1498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070160" y="1424323"/>
                <a:ext cx="59622" cy="50459"/>
              </a:xfrm>
              <a:custGeom>
                <a:rect b="b" l="l" r="r" t="t"/>
                <a:pathLst>
                  <a:path extrusionOk="0" h="1575" w="1861">
                    <a:moveTo>
                      <a:pt x="1059" y="1"/>
                    </a:moveTo>
                    <a:cubicBezTo>
                      <a:pt x="364" y="1"/>
                      <a:pt x="1" y="832"/>
                      <a:pt x="485" y="1331"/>
                    </a:cubicBezTo>
                    <a:cubicBezTo>
                      <a:pt x="647" y="1499"/>
                      <a:pt x="851" y="1574"/>
                      <a:pt x="1050" y="1574"/>
                    </a:cubicBezTo>
                    <a:cubicBezTo>
                      <a:pt x="1445" y="1574"/>
                      <a:pt x="1825" y="1279"/>
                      <a:pt x="1846" y="817"/>
                    </a:cubicBezTo>
                    <a:cubicBezTo>
                      <a:pt x="1861" y="379"/>
                      <a:pt x="1498" y="1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1" y="1704331"/>
                <a:ext cx="61063" cy="52862"/>
              </a:xfrm>
              <a:custGeom>
                <a:rect b="b" l="l" r="r" t="t"/>
                <a:pathLst>
                  <a:path extrusionOk="0" h="1650" w="1906">
                    <a:moveTo>
                      <a:pt x="1104" y="1"/>
                    </a:moveTo>
                    <a:cubicBezTo>
                      <a:pt x="0" y="1"/>
                      <a:pt x="0" y="1649"/>
                      <a:pt x="1104" y="1649"/>
                    </a:cubicBezTo>
                    <a:cubicBezTo>
                      <a:pt x="1558" y="1649"/>
                      <a:pt x="1906" y="1271"/>
                      <a:pt x="1891" y="833"/>
                    </a:cubicBezTo>
                    <a:cubicBezTo>
                      <a:pt x="1906" y="379"/>
                      <a:pt x="1558" y="16"/>
                      <a:pt x="11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68870" y="1704331"/>
                <a:ext cx="59141" cy="50811"/>
              </a:xfrm>
              <a:custGeom>
                <a:rect b="b" l="l" r="r" t="t"/>
                <a:pathLst>
                  <a:path extrusionOk="0" h="1586" w="1846">
                    <a:moveTo>
                      <a:pt x="1059" y="1"/>
                    </a:moveTo>
                    <a:cubicBezTo>
                      <a:pt x="364" y="1"/>
                      <a:pt x="1" y="833"/>
                      <a:pt x="485" y="1332"/>
                    </a:cubicBezTo>
                    <a:cubicBezTo>
                      <a:pt x="650" y="1507"/>
                      <a:pt x="857" y="1585"/>
                      <a:pt x="1059" y="1585"/>
                    </a:cubicBezTo>
                    <a:cubicBezTo>
                      <a:pt x="1451" y="1585"/>
                      <a:pt x="1826" y="1291"/>
                      <a:pt x="1846" y="833"/>
                    </a:cubicBezTo>
                    <a:cubicBezTo>
                      <a:pt x="1846" y="379"/>
                      <a:pt x="1498" y="16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536287" y="1704331"/>
                <a:ext cx="59141" cy="50811"/>
              </a:xfrm>
              <a:custGeom>
                <a:rect b="b" l="l" r="r" t="t"/>
                <a:pathLst>
                  <a:path extrusionOk="0" h="1586" w="1846">
                    <a:moveTo>
                      <a:pt x="1044" y="1"/>
                    </a:moveTo>
                    <a:cubicBezTo>
                      <a:pt x="349" y="1"/>
                      <a:pt x="1" y="833"/>
                      <a:pt x="470" y="1332"/>
                    </a:cubicBezTo>
                    <a:cubicBezTo>
                      <a:pt x="635" y="1507"/>
                      <a:pt x="842" y="1585"/>
                      <a:pt x="1044" y="1585"/>
                    </a:cubicBezTo>
                    <a:cubicBezTo>
                      <a:pt x="1436" y="1585"/>
                      <a:pt x="1811" y="1291"/>
                      <a:pt x="1831" y="833"/>
                    </a:cubicBezTo>
                    <a:cubicBezTo>
                      <a:pt x="1846" y="379"/>
                      <a:pt x="1483" y="16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803223" y="1704331"/>
                <a:ext cx="59141" cy="50811"/>
              </a:xfrm>
              <a:custGeom>
                <a:rect b="b" l="l" r="r" t="t"/>
                <a:pathLst>
                  <a:path extrusionOk="0" h="1586" w="1846">
                    <a:moveTo>
                      <a:pt x="1044" y="1"/>
                    </a:moveTo>
                    <a:cubicBezTo>
                      <a:pt x="349" y="1"/>
                      <a:pt x="1" y="833"/>
                      <a:pt x="485" y="1332"/>
                    </a:cubicBezTo>
                    <a:cubicBezTo>
                      <a:pt x="644" y="1507"/>
                      <a:pt x="848" y="1585"/>
                      <a:pt x="1048" y="1585"/>
                    </a:cubicBezTo>
                    <a:cubicBezTo>
                      <a:pt x="1436" y="1585"/>
                      <a:pt x="1811" y="1291"/>
                      <a:pt x="1831" y="833"/>
                    </a:cubicBezTo>
                    <a:cubicBezTo>
                      <a:pt x="1846" y="379"/>
                      <a:pt x="1498" y="16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070160" y="1704331"/>
                <a:ext cx="59622" cy="50811"/>
              </a:xfrm>
              <a:custGeom>
                <a:rect b="b" l="l" r="r" t="t"/>
                <a:pathLst>
                  <a:path extrusionOk="0" h="1586" w="1861">
                    <a:moveTo>
                      <a:pt x="1059" y="1"/>
                    </a:moveTo>
                    <a:cubicBezTo>
                      <a:pt x="364" y="1"/>
                      <a:pt x="1" y="833"/>
                      <a:pt x="485" y="1332"/>
                    </a:cubicBezTo>
                    <a:cubicBezTo>
                      <a:pt x="650" y="1507"/>
                      <a:pt x="857" y="1585"/>
                      <a:pt x="1059" y="1585"/>
                    </a:cubicBezTo>
                    <a:cubicBezTo>
                      <a:pt x="1451" y="1585"/>
                      <a:pt x="1826" y="1291"/>
                      <a:pt x="1846" y="833"/>
                    </a:cubicBezTo>
                    <a:cubicBezTo>
                      <a:pt x="1861" y="379"/>
                      <a:pt x="1498" y="16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 rot="-5400000">
              <a:off x="6747803" y="2658714"/>
              <a:ext cx="1129770" cy="1173854"/>
              <a:chOff x="11" y="583339"/>
              <a:chExt cx="1129770" cy="1173854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9686" y="583339"/>
                <a:ext cx="51388" cy="52830"/>
              </a:xfrm>
              <a:custGeom>
                <a:rect b="b" l="l" r="r" t="t"/>
                <a:pathLst>
                  <a:path extrusionOk="0" h="1649" w="1604">
                    <a:moveTo>
                      <a:pt x="802" y="0"/>
                    </a:moveTo>
                    <a:cubicBezTo>
                      <a:pt x="364" y="15"/>
                      <a:pt x="1" y="378"/>
                      <a:pt x="16" y="832"/>
                    </a:cubicBezTo>
                    <a:cubicBezTo>
                      <a:pt x="1" y="1270"/>
                      <a:pt x="364" y="1633"/>
                      <a:pt x="802" y="1648"/>
                    </a:cubicBezTo>
                    <a:cubicBezTo>
                      <a:pt x="1256" y="1633"/>
                      <a:pt x="1604" y="1270"/>
                      <a:pt x="1589" y="832"/>
                    </a:cubicBezTo>
                    <a:cubicBezTo>
                      <a:pt x="1604" y="378"/>
                      <a:pt x="1256" y="15"/>
                      <a:pt x="8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77103" y="584524"/>
                <a:ext cx="50908" cy="50555"/>
              </a:xfrm>
              <a:custGeom>
                <a:rect b="b" l="l" r="r" t="t"/>
                <a:pathLst>
                  <a:path extrusionOk="0" h="1578" w="1589">
                    <a:moveTo>
                      <a:pt x="795" y="1"/>
                    </a:moveTo>
                    <a:cubicBezTo>
                      <a:pt x="398" y="1"/>
                      <a:pt x="1" y="265"/>
                      <a:pt x="1" y="795"/>
                    </a:cubicBezTo>
                    <a:cubicBezTo>
                      <a:pt x="1" y="1316"/>
                      <a:pt x="398" y="1577"/>
                      <a:pt x="795" y="1577"/>
                    </a:cubicBezTo>
                    <a:cubicBezTo>
                      <a:pt x="1192" y="1577"/>
                      <a:pt x="1589" y="1316"/>
                      <a:pt x="1589" y="795"/>
                    </a:cubicBezTo>
                    <a:cubicBezTo>
                      <a:pt x="1589" y="265"/>
                      <a:pt x="1192" y="1"/>
                      <a:pt x="7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543559" y="583435"/>
                <a:ext cx="52349" cy="52734"/>
              </a:xfrm>
              <a:custGeom>
                <a:rect b="b" l="l" r="r" t="t"/>
                <a:pathLst>
                  <a:path extrusionOk="0" h="1646" w="1634">
                    <a:moveTo>
                      <a:pt x="817" y="1"/>
                    </a:moveTo>
                    <a:cubicBezTo>
                      <a:pt x="409" y="1"/>
                      <a:pt x="1" y="277"/>
                      <a:pt x="31" y="829"/>
                    </a:cubicBezTo>
                    <a:cubicBezTo>
                      <a:pt x="1" y="1267"/>
                      <a:pt x="364" y="1645"/>
                      <a:pt x="817" y="1645"/>
                    </a:cubicBezTo>
                    <a:cubicBezTo>
                      <a:pt x="1271" y="1645"/>
                      <a:pt x="1619" y="1267"/>
                      <a:pt x="1604" y="829"/>
                    </a:cubicBezTo>
                    <a:cubicBezTo>
                      <a:pt x="1634" y="277"/>
                      <a:pt x="1226" y="1"/>
                      <a:pt x="8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810752" y="583435"/>
                <a:ext cx="52093" cy="52734"/>
              </a:xfrm>
              <a:custGeom>
                <a:rect b="b" l="l" r="r" t="t"/>
                <a:pathLst>
                  <a:path extrusionOk="0" h="1646" w="1626">
                    <a:moveTo>
                      <a:pt x="815" y="1"/>
                    </a:moveTo>
                    <a:cubicBezTo>
                      <a:pt x="408" y="1"/>
                      <a:pt x="0" y="277"/>
                      <a:pt x="23" y="829"/>
                    </a:cubicBezTo>
                    <a:cubicBezTo>
                      <a:pt x="8" y="1267"/>
                      <a:pt x="371" y="1645"/>
                      <a:pt x="809" y="1645"/>
                    </a:cubicBezTo>
                    <a:cubicBezTo>
                      <a:pt x="1263" y="1645"/>
                      <a:pt x="1626" y="1267"/>
                      <a:pt x="1596" y="829"/>
                    </a:cubicBezTo>
                    <a:cubicBezTo>
                      <a:pt x="1626" y="277"/>
                      <a:pt x="1221" y="1"/>
                      <a:pt x="8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078874" y="584524"/>
                <a:ext cx="50427" cy="50555"/>
              </a:xfrm>
              <a:custGeom>
                <a:rect b="b" l="l" r="r" t="t"/>
                <a:pathLst>
                  <a:path extrusionOk="0" h="1578" w="1574">
                    <a:moveTo>
                      <a:pt x="787" y="1"/>
                    </a:moveTo>
                    <a:cubicBezTo>
                      <a:pt x="394" y="1"/>
                      <a:pt x="1" y="265"/>
                      <a:pt x="1" y="795"/>
                    </a:cubicBezTo>
                    <a:cubicBezTo>
                      <a:pt x="1" y="1316"/>
                      <a:pt x="394" y="1577"/>
                      <a:pt x="787" y="1577"/>
                    </a:cubicBezTo>
                    <a:cubicBezTo>
                      <a:pt x="1180" y="1577"/>
                      <a:pt x="1574" y="1316"/>
                      <a:pt x="1574" y="795"/>
                    </a:cubicBezTo>
                    <a:cubicBezTo>
                      <a:pt x="1574" y="265"/>
                      <a:pt x="1180" y="1"/>
                      <a:pt x="7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933" y="863347"/>
                <a:ext cx="59141" cy="53310"/>
              </a:xfrm>
              <a:custGeom>
                <a:rect b="b" l="l" r="r" t="t"/>
                <a:pathLst>
                  <a:path extrusionOk="0" h="1664" w="1846">
                    <a:moveTo>
                      <a:pt x="1044" y="0"/>
                    </a:moveTo>
                    <a:cubicBezTo>
                      <a:pt x="1" y="61"/>
                      <a:pt x="1" y="1603"/>
                      <a:pt x="1044" y="1663"/>
                    </a:cubicBezTo>
                    <a:cubicBezTo>
                      <a:pt x="1483" y="1648"/>
                      <a:pt x="1846" y="1270"/>
                      <a:pt x="1831" y="832"/>
                    </a:cubicBezTo>
                    <a:cubicBezTo>
                      <a:pt x="1846" y="393"/>
                      <a:pt x="1498" y="15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268870" y="863827"/>
                <a:ext cx="59141" cy="50459"/>
              </a:xfrm>
              <a:custGeom>
                <a:rect b="b" l="l" r="r" t="t"/>
                <a:pathLst>
                  <a:path extrusionOk="0" h="1575" w="1846">
                    <a:moveTo>
                      <a:pt x="1059" y="0"/>
                    </a:moveTo>
                    <a:cubicBezTo>
                      <a:pt x="364" y="0"/>
                      <a:pt x="1" y="817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2" y="1574"/>
                      <a:pt x="1816" y="1279"/>
                      <a:pt x="1846" y="817"/>
                    </a:cubicBezTo>
                    <a:cubicBezTo>
                      <a:pt x="1846" y="378"/>
                      <a:pt x="1498" y="0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536287" y="863827"/>
                <a:ext cx="59141" cy="50459"/>
              </a:xfrm>
              <a:custGeom>
                <a:rect b="b" l="l" r="r" t="t"/>
                <a:pathLst>
                  <a:path extrusionOk="0" h="1575" w="1846">
                    <a:moveTo>
                      <a:pt x="1044" y="0"/>
                    </a:moveTo>
                    <a:cubicBezTo>
                      <a:pt x="349" y="0"/>
                      <a:pt x="1" y="817"/>
                      <a:pt x="470" y="1331"/>
                    </a:cubicBezTo>
                    <a:cubicBezTo>
                      <a:pt x="632" y="1499"/>
                      <a:pt x="836" y="1574"/>
                      <a:pt x="1035" y="1574"/>
                    </a:cubicBezTo>
                    <a:cubicBezTo>
                      <a:pt x="1430" y="1574"/>
                      <a:pt x="1811" y="1279"/>
                      <a:pt x="1831" y="817"/>
                    </a:cubicBezTo>
                    <a:cubicBezTo>
                      <a:pt x="1846" y="378"/>
                      <a:pt x="1483" y="0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03383" y="863827"/>
                <a:ext cx="58981" cy="50459"/>
              </a:xfrm>
              <a:custGeom>
                <a:rect b="b" l="l" r="r" t="t"/>
                <a:pathLst>
                  <a:path extrusionOk="0" h="1575" w="1841">
                    <a:moveTo>
                      <a:pt x="1021" y="0"/>
                    </a:moveTo>
                    <a:cubicBezTo>
                      <a:pt x="352" y="0"/>
                      <a:pt x="0" y="821"/>
                      <a:pt x="480" y="1331"/>
                    </a:cubicBezTo>
                    <a:cubicBezTo>
                      <a:pt x="637" y="1499"/>
                      <a:pt x="837" y="1574"/>
                      <a:pt x="1035" y="1574"/>
                    </a:cubicBezTo>
                    <a:cubicBezTo>
                      <a:pt x="1425" y="1574"/>
                      <a:pt x="1805" y="1279"/>
                      <a:pt x="1826" y="817"/>
                    </a:cubicBezTo>
                    <a:cubicBezTo>
                      <a:pt x="1841" y="378"/>
                      <a:pt x="1493" y="0"/>
                      <a:pt x="1039" y="0"/>
                    </a:cubicBezTo>
                    <a:cubicBezTo>
                      <a:pt x="1033" y="0"/>
                      <a:pt x="1027" y="0"/>
                      <a:pt x="10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070160" y="863827"/>
                <a:ext cx="59622" cy="50459"/>
              </a:xfrm>
              <a:custGeom>
                <a:rect b="b" l="l" r="r" t="t"/>
                <a:pathLst>
                  <a:path extrusionOk="0" h="1575" w="1861">
                    <a:moveTo>
                      <a:pt x="1059" y="0"/>
                    </a:moveTo>
                    <a:cubicBezTo>
                      <a:pt x="364" y="0"/>
                      <a:pt x="1" y="817"/>
                      <a:pt x="485" y="1331"/>
                    </a:cubicBezTo>
                    <a:cubicBezTo>
                      <a:pt x="647" y="1499"/>
                      <a:pt x="851" y="1574"/>
                      <a:pt x="1050" y="1574"/>
                    </a:cubicBezTo>
                    <a:cubicBezTo>
                      <a:pt x="1445" y="1574"/>
                      <a:pt x="1825" y="1279"/>
                      <a:pt x="1846" y="817"/>
                    </a:cubicBezTo>
                    <a:cubicBezTo>
                      <a:pt x="1861" y="378"/>
                      <a:pt x="1498" y="0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1" y="1143835"/>
                <a:ext cx="61063" cy="52830"/>
              </a:xfrm>
              <a:custGeom>
                <a:rect b="b" l="l" r="r" t="t"/>
                <a:pathLst>
                  <a:path extrusionOk="0" h="1649" w="1906">
                    <a:moveTo>
                      <a:pt x="1104" y="0"/>
                    </a:moveTo>
                    <a:cubicBezTo>
                      <a:pt x="0" y="0"/>
                      <a:pt x="0" y="1649"/>
                      <a:pt x="1104" y="1649"/>
                    </a:cubicBezTo>
                    <a:cubicBezTo>
                      <a:pt x="1558" y="1634"/>
                      <a:pt x="1906" y="1271"/>
                      <a:pt x="1891" y="832"/>
                    </a:cubicBezTo>
                    <a:cubicBezTo>
                      <a:pt x="1906" y="378"/>
                      <a:pt x="1558" y="16"/>
                      <a:pt x="11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268870" y="1143835"/>
                <a:ext cx="59141" cy="50459"/>
              </a:xfrm>
              <a:custGeom>
                <a:rect b="b" l="l" r="r" t="t"/>
                <a:pathLst>
                  <a:path extrusionOk="0" h="1575" w="1846">
                    <a:moveTo>
                      <a:pt x="1059" y="0"/>
                    </a:moveTo>
                    <a:cubicBezTo>
                      <a:pt x="364" y="0"/>
                      <a:pt x="1" y="832"/>
                      <a:pt x="485" y="1331"/>
                    </a:cubicBezTo>
                    <a:cubicBezTo>
                      <a:pt x="648" y="1499"/>
                      <a:pt x="852" y="1575"/>
                      <a:pt x="1053" y="1575"/>
                    </a:cubicBezTo>
                    <a:cubicBezTo>
                      <a:pt x="1447" y="1575"/>
                      <a:pt x="1826" y="1283"/>
                      <a:pt x="1846" y="832"/>
                    </a:cubicBezTo>
                    <a:cubicBezTo>
                      <a:pt x="1846" y="378"/>
                      <a:pt x="1498" y="16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536287" y="1143835"/>
                <a:ext cx="59141" cy="50459"/>
              </a:xfrm>
              <a:custGeom>
                <a:rect b="b" l="l" r="r" t="t"/>
                <a:pathLst>
                  <a:path extrusionOk="0" h="1575" w="1846">
                    <a:moveTo>
                      <a:pt x="1044" y="0"/>
                    </a:moveTo>
                    <a:cubicBezTo>
                      <a:pt x="349" y="0"/>
                      <a:pt x="1" y="832"/>
                      <a:pt x="470" y="1331"/>
                    </a:cubicBezTo>
                    <a:cubicBezTo>
                      <a:pt x="633" y="1499"/>
                      <a:pt x="837" y="1575"/>
                      <a:pt x="1038" y="1575"/>
                    </a:cubicBezTo>
                    <a:cubicBezTo>
                      <a:pt x="1432" y="1575"/>
                      <a:pt x="1811" y="1283"/>
                      <a:pt x="1831" y="832"/>
                    </a:cubicBezTo>
                    <a:cubicBezTo>
                      <a:pt x="1846" y="378"/>
                      <a:pt x="1483" y="16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803223" y="1143835"/>
                <a:ext cx="59141" cy="50459"/>
              </a:xfrm>
              <a:custGeom>
                <a:rect b="b" l="l" r="r" t="t"/>
                <a:pathLst>
                  <a:path extrusionOk="0" h="1575" w="1846">
                    <a:moveTo>
                      <a:pt x="1044" y="0"/>
                    </a:moveTo>
                    <a:cubicBezTo>
                      <a:pt x="349" y="0"/>
                      <a:pt x="1" y="832"/>
                      <a:pt x="485" y="1331"/>
                    </a:cubicBezTo>
                    <a:cubicBezTo>
                      <a:pt x="643" y="1499"/>
                      <a:pt x="844" y="1575"/>
                      <a:pt x="1042" y="1575"/>
                    </a:cubicBezTo>
                    <a:cubicBezTo>
                      <a:pt x="1432" y="1575"/>
                      <a:pt x="1810" y="1283"/>
                      <a:pt x="1831" y="832"/>
                    </a:cubicBezTo>
                    <a:cubicBezTo>
                      <a:pt x="1846" y="378"/>
                      <a:pt x="1498" y="16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070160" y="1143835"/>
                <a:ext cx="59622" cy="50459"/>
              </a:xfrm>
              <a:custGeom>
                <a:rect b="b" l="l" r="r" t="t"/>
                <a:pathLst>
                  <a:path extrusionOk="0" h="1575" w="1861">
                    <a:moveTo>
                      <a:pt x="1059" y="0"/>
                    </a:moveTo>
                    <a:cubicBezTo>
                      <a:pt x="364" y="0"/>
                      <a:pt x="1" y="832"/>
                      <a:pt x="485" y="1331"/>
                    </a:cubicBezTo>
                    <a:cubicBezTo>
                      <a:pt x="648" y="1499"/>
                      <a:pt x="852" y="1575"/>
                      <a:pt x="1053" y="1575"/>
                    </a:cubicBezTo>
                    <a:cubicBezTo>
                      <a:pt x="1447" y="1575"/>
                      <a:pt x="1825" y="1283"/>
                      <a:pt x="1846" y="832"/>
                    </a:cubicBezTo>
                    <a:cubicBezTo>
                      <a:pt x="1861" y="378"/>
                      <a:pt x="1498" y="16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933" y="1424323"/>
                <a:ext cx="59141" cy="52830"/>
              </a:xfrm>
              <a:custGeom>
                <a:rect b="b" l="l" r="r" t="t"/>
                <a:pathLst>
                  <a:path extrusionOk="0" h="1649" w="1846">
                    <a:moveTo>
                      <a:pt x="1044" y="1"/>
                    </a:moveTo>
                    <a:cubicBezTo>
                      <a:pt x="1" y="46"/>
                      <a:pt x="1" y="1588"/>
                      <a:pt x="1044" y="1649"/>
                    </a:cubicBezTo>
                    <a:cubicBezTo>
                      <a:pt x="1498" y="1634"/>
                      <a:pt x="1846" y="1271"/>
                      <a:pt x="1831" y="817"/>
                    </a:cubicBezTo>
                    <a:cubicBezTo>
                      <a:pt x="1846" y="379"/>
                      <a:pt x="1498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268870" y="1424323"/>
                <a:ext cx="59141" cy="50459"/>
              </a:xfrm>
              <a:custGeom>
                <a:rect b="b" l="l" r="r" t="t"/>
                <a:pathLst>
                  <a:path extrusionOk="0" h="1575" w="1846">
                    <a:moveTo>
                      <a:pt x="1059" y="1"/>
                    </a:moveTo>
                    <a:cubicBezTo>
                      <a:pt x="364" y="1"/>
                      <a:pt x="1" y="832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2" y="1574"/>
                      <a:pt x="1816" y="1279"/>
                      <a:pt x="1846" y="817"/>
                    </a:cubicBezTo>
                    <a:cubicBezTo>
                      <a:pt x="1846" y="379"/>
                      <a:pt x="1498" y="1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536287" y="1424323"/>
                <a:ext cx="59141" cy="50459"/>
              </a:xfrm>
              <a:custGeom>
                <a:rect b="b" l="l" r="r" t="t"/>
                <a:pathLst>
                  <a:path extrusionOk="0" h="1575" w="1846">
                    <a:moveTo>
                      <a:pt x="1044" y="1"/>
                    </a:moveTo>
                    <a:cubicBezTo>
                      <a:pt x="349" y="1"/>
                      <a:pt x="1" y="832"/>
                      <a:pt x="470" y="1331"/>
                    </a:cubicBezTo>
                    <a:cubicBezTo>
                      <a:pt x="632" y="1499"/>
                      <a:pt x="836" y="1574"/>
                      <a:pt x="1035" y="1574"/>
                    </a:cubicBezTo>
                    <a:cubicBezTo>
                      <a:pt x="1430" y="1574"/>
                      <a:pt x="1811" y="1279"/>
                      <a:pt x="1831" y="817"/>
                    </a:cubicBezTo>
                    <a:cubicBezTo>
                      <a:pt x="1846" y="379"/>
                      <a:pt x="1483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803223" y="1424323"/>
                <a:ext cx="59141" cy="50459"/>
              </a:xfrm>
              <a:custGeom>
                <a:rect b="b" l="l" r="r" t="t"/>
                <a:pathLst>
                  <a:path extrusionOk="0" h="1575" w="1846">
                    <a:moveTo>
                      <a:pt x="1044" y="1"/>
                    </a:moveTo>
                    <a:cubicBezTo>
                      <a:pt x="364" y="1"/>
                      <a:pt x="1" y="817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0" y="1574"/>
                      <a:pt x="1810" y="1279"/>
                      <a:pt x="1831" y="817"/>
                    </a:cubicBezTo>
                    <a:cubicBezTo>
                      <a:pt x="1846" y="379"/>
                      <a:pt x="1498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070160" y="1424323"/>
                <a:ext cx="59622" cy="50459"/>
              </a:xfrm>
              <a:custGeom>
                <a:rect b="b" l="l" r="r" t="t"/>
                <a:pathLst>
                  <a:path extrusionOk="0" h="1575" w="1861">
                    <a:moveTo>
                      <a:pt x="1059" y="1"/>
                    </a:moveTo>
                    <a:cubicBezTo>
                      <a:pt x="364" y="1"/>
                      <a:pt x="1" y="832"/>
                      <a:pt x="485" y="1331"/>
                    </a:cubicBezTo>
                    <a:cubicBezTo>
                      <a:pt x="647" y="1499"/>
                      <a:pt x="851" y="1574"/>
                      <a:pt x="1050" y="1574"/>
                    </a:cubicBezTo>
                    <a:cubicBezTo>
                      <a:pt x="1445" y="1574"/>
                      <a:pt x="1825" y="1279"/>
                      <a:pt x="1846" y="817"/>
                    </a:cubicBezTo>
                    <a:cubicBezTo>
                      <a:pt x="1861" y="379"/>
                      <a:pt x="1498" y="1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1" y="1704331"/>
                <a:ext cx="61063" cy="52862"/>
              </a:xfrm>
              <a:custGeom>
                <a:rect b="b" l="l" r="r" t="t"/>
                <a:pathLst>
                  <a:path extrusionOk="0" h="1650" w="1906">
                    <a:moveTo>
                      <a:pt x="1104" y="1"/>
                    </a:moveTo>
                    <a:cubicBezTo>
                      <a:pt x="0" y="1"/>
                      <a:pt x="0" y="1649"/>
                      <a:pt x="1104" y="1649"/>
                    </a:cubicBezTo>
                    <a:cubicBezTo>
                      <a:pt x="1558" y="1649"/>
                      <a:pt x="1906" y="1271"/>
                      <a:pt x="1891" y="833"/>
                    </a:cubicBezTo>
                    <a:cubicBezTo>
                      <a:pt x="1906" y="379"/>
                      <a:pt x="1558" y="16"/>
                      <a:pt x="11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268870" y="1704331"/>
                <a:ext cx="59141" cy="50811"/>
              </a:xfrm>
              <a:custGeom>
                <a:rect b="b" l="l" r="r" t="t"/>
                <a:pathLst>
                  <a:path extrusionOk="0" h="1586" w="1846">
                    <a:moveTo>
                      <a:pt x="1059" y="1"/>
                    </a:moveTo>
                    <a:cubicBezTo>
                      <a:pt x="364" y="1"/>
                      <a:pt x="1" y="833"/>
                      <a:pt x="485" y="1332"/>
                    </a:cubicBezTo>
                    <a:cubicBezTo>
                      <a:pt x="650" y="1507"/>
                      <a:pt x="857" y="1585"/>
                      <a:pt x="1059" y="1585"/>
                    </a:cubicBezTo>
                    <a:cubicBezTo>
                      <a:pt x="1451" y="1585"/>
                      <a:pt x="1826" y="1291"/>
                      <a:pt x="1846" y="833"/>
                    </a:cubicBezTo>
                    <a:cubicBezTo>
                      <a:pt x="1846" y="379"/>
                      <a:pt x="1498" y="16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536287" y="1704331"/>
                <a:ext cx="59141" cy="50811"/>
              </a:xfrm>
              <a:custGeom>
                <a:rect b="b" l="l" r="r" t="t"/>
                <a:pathLst>
                  <a:path extrusionOk="0" h="1586" w="1846">
                    <a:moveTo>
                      <a:pt x="1044" y="1"/>
                    </a:moveTo>
                    <a:cubicBezTo>
                      <a:pt x="349" y="1"/>
                      <a:pt x="1" y="833"/>
                      <a:pt x="470" y="1332"/>
                    </a:cubicBezTo>
                    <a:cubicBezTo>
                      <a:pt x="635" y="1507"/>
                      <a:pt x="842" y="1585"/>
                      <a:pt x="1044" y="1585"/>
                    </a:cubicBezTo>
                    <a:cubicBezTo>
                      <a:pt x="1436" y="1585"/>
                      <a:pt x="1811" y="1291"/>
                      <a:pt x="1831" y="833"/>
                    </a:cubicBezTo>
                    <a:cubicBezTo>
                      <a:pt x="1846" y="379"/>
                      <a:pt x="1483" y="16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803223" y="1704331"/>
                <a:ext cx="59141" cy="50811"/>
              </a:xfrm>
              <a:custGeom>
                <a:rect b="b" l="l" r="r" t="t"/>
                <a:pathLst>
                  <a:path extrusionOk="0" h="1586" w="1846">
                    <a:moveTo>
                      <a:pt x="1044" y="1"/>
                    </a:moveTo>
                    <a:cubicBezTo>
                      <a:pt x="349" y="1"/>
                      <a:pt x="1" y="833"/>
                      <a:pt x="485" y="1332"/>
                    </a:cubicBezTo>
                    <a:cubicBezTo>
                      <a:pt x="644" y="1507"/>
                      <a:pt x="848" y="1585"/>
                      <a:pt x="1048" y="1585"/>
                    </a:cubicBezTo>
                    <a:cubicBezTo>
                      <a:pt x="1436" y="1585"/>
                      <a:pt x="1811" y="1291"/>
                      <a:pt x="1831" y="833"/>
                    </a:cubicBezTo>
                    <a:cubicBezTo>
                      <a:pt x="1846" y="379"/>
                      <a:pt x="1498" y="16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070160" y="1704331"/>
                <a:ext cx="59622" cy="50811"/>
              </a:xfrm>
              <a:custGeom>
                <a:rect b="b" l="l" r="r" t="t"/>
                <a:pathLst>
                  <a:path extrusionOk="0" h="1586" w="1861">
                    <a:moveTo>
                      <a:pt x="1059" y="1"/>
                    </a:moveTo>
                    <a:cubicBezTo>
                      <a:pt x="364" y="1"/>
                      <a:pt x="1" y="833"/>
                      <a:pt x="485" y="1332"/>
                    </a:cubicBezTo>
                    <a:cubicBezTo>
                      <a:pt x="650" y="1507"/>
                      <a:pt x="857" y="1585"/>
                      <a:pt x="1059" y="1585"/>
                    </a:cubicBezTo>
                    <a:cubicBezTo>
                      <a:pt x="1451" y="1585"/>
                      <a:pt x="1826" y="1291"/>
                      <a:pt x="1846" y="833"/>
                    </a:cubicBezTo>
                    <a:cubicBezTo>
                      <a:pt x="1861" y="379"/>
                      <a:pt x="1498" y="16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0" y="3095775"/>
            <a:ext cx="6501300" cy="205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p3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68" name="Google Shape;68;p3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93" name="Google Shape;93;p3"/>
          <p:cNvSpPr txBox="1"/>
          <p:nvPr>
            <p:ph type="title"/>
          </p:nvPr>
        </p:nvSpPr>
        <p:spPr>
          <a:xfrm>
            <a:off x="720500" y="2574469"/>
            <a:ext cx="3852000" cy="73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4" name="Google Shape;94;p3"/>
          <p:cNvSpPr txBox="1"/>
          <p:nvPr>
            <p:ph hasCustomPrompt="1" idx="2" type="title"/>
          </p:nvPr>
        </p:nvSpPr>
        <p:spPr>
          <a:xfrm>
            <a:off x="720000" y="1799269"/>
            <a:ext cx="38520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5" name="Google Shape;95;p3"/>
          <p:cNvSpPr txBox="1"/>
          <p:nvPr>
            <p:ph idx="1" type="subTitle"/>
          </p:nvPr>
        </p:nvSpPr>
        <p:spPr>
          <a:xfrm>
            <a:off x="5096513" y="2141500"/>
            <a:ext cx="3327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0" y="8075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4"/>
          <p:cNvGrpSpPr/>
          <p:nvPr/>
        </p:nvGrpSpPr>
        <p:grpSpPr>
          <a:xfrm rot="-5400000">
            <a:off x="7669066" y="296839"/>
            <a:ext cx="1129770" cy="1173854"/>
            <a:chOff x="11" y="583339"/>
            <a:chExt cx="1129770" cy="1173854"/>
          </a:xfrm>
        </p:grpSpPr>
        <p:sp>
          <p:nvSpPr>
            <p:cNvPr id="99" name="Google Shape;99;p4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124" name="Google Shape;12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720000" y="1144413"/>
            <a:ext cx="7704000" cy="34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300"/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 rot="5400000">
            <a:off x="2345225" y="-1157218"/>
            <a:ext cx="1823700" cy="6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 rot="5400000">
            <a:off x="4987725" y="973920"/>
            <a:ext cx="1823700" cy="6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5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130" name="Google Shape;130;p5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155" name="Google Shape;155;p5"/>
          <p:cNvSpPr txBox="1"/>
          <p:nvPr>
            <p:ph idx="1" type="subTitle"/>
          </p:nvPr>
        </p:nvSpPr>
        <p:spPr>
          <a:xfrm>
            <a:off x="720000" y="1451282"/>
            <a:ext cx="1729200" cy="12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400"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6" name="Google Shape;156;p5"/>
          <p:cNvSpPr txBox="1"/>
          <p:nvPr>
            <p:ph idx="2" type="subTitle"/>
          </p:nvPr>
        </p:nvSpPr>
        <p:spPr>
          <a:xfrm>
            <a:off x="3346901" y="3569025"/>
            <a:ext cx="1729200" cy="12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400"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7" name="Google Shape;157;p5"/>
          <p:cNvSpPr txBox="1"/>
          <p:nvPr>
            <p:ph idx="3" type="subTitle"/>
          </p:nvPr>
        </p:nvSpPr>
        <p:spPr>
          <a:xfrm>
            <a:off x="2449150" y="1451282"/>
            <a:ext cx="3342600" cy="12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5"/>
          <p:cNvSpPr txBox="1"/>
          <p:nvPr>
            <p:ph idx="4" type="subTitle"/>
          </p:nvPr>
        </p:nvSpPr>
        <p:spPr>
          <a:xfrm>
            <a:off x="5104675" y="3569025"/>
            <a:ext cx="3342600" cy="12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" name="Google Shape;162;p6"/>
          <p:cNvGrpSpPr/>
          <p:nvPr/>
        </p:nvGrpSpPr>
        <p:grpSpPr>
          <a:xfrm rot="-5400000">
            <a:off x="332988" y="295378"/>
            <a:ext cx="1129770" cy="1173854"/>
            <a:chOff x="11" y="583339"/>
            <a:chExt cx="1129770" cy="1173854"/>
          </a:xfrm>
        </p:grpSpPr>
        <p:sp>
          <p:nvSpPr>
            <p:cNvPr id="163" name="Google Shape;163;p6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717150" y="935100"/>
            <a:ext cx="7709700" cy="327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" name="Google Shape;190;p7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191" name="Google Shape;191;p7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216" name="Google Shape;216;p7"/>
          <p:cNvSpPr txBox="1"/>
          <p:nvPr>
            <p:ph type="title"/>
          </p:nvPr>
        </p:nvSpPr>
        <p:spPr>
          <a:xfrm>
            <a:off x="1602450" y="1456075"/>
            <a:ext cx="5939100" cy="5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7" name="Google Shape;217;p7"/>
          <p:cNvSpPr txBox="1"/>
          <p:nvPr>
            <p:ph idx="1" type="subTitle"/>
          </p:nvPr>
        </p:nvSpPr>
        <p:spPr>
          <a:xfrm>
            <a:off x="1602450" y="1999350"/>
            <a:ext cx="5939100" cy="17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/>
          <p:nvPr/>
        </p:nvSpPr>
        <p:spPr>
          <a:xfrm>
            <a:off x="717150" y="935100"/>
            <a:ext cx="7709700" cy="327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21" name="Google Shape;221;p8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222" name="Google Shape;222;p8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grpSp>
        <p:nvGrpSpPr>
          <p:cNvPr id="247" name="Google Shape;247;p8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248" name="Google Shape;248;p8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/>
          <p:nvPr/>
        </p:nvSpPr>
        <p:spPr>
          <a:xfrm>
            <a:off x="73165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9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276" name="Google Shape;276;p9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9" name="Google Shape;279;p9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0" name="Google Shape;280;p9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1" name="Google Shape;281;p9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2" name="Google Shape;282;p9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3" name="Google Shape;283;p9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4" name="Google Shape;284;p9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5" name="Google Shape;285;p9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6" name="Google Shape;286;p9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7" name="Google Shape;287;p9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8" name="Google Shape;288;p9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9" name="Google Shape;289;p9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0" name="Google Shape;290;p9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1" name="Google Shape;291;p9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2" name="Google Shape;292;p9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6" name="Google Shape;296;p9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7" name="Google Shape;297;p9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301" name="Google Shape;301;p9"/>
          <p:cNvSpPr txBox="1"/>
          <p:nvPr>
            <p:ph type="title"/>
          </p:nvPr>
        </p:nvSpPr>
        <p:spPr>
          <a:xfrm>
            <a:off x="702175" y="1281300"/>
            <a:ext cx="4387800" cy="18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2" name="Google Shape;302;p9"/>
          <p:cNvSpPr txBox="1"/>
          <p:nvPr>
            <p:ph idx="1" type="subTitle"/>
          </p:nvPr>
        </p:nvSpPr>
        <p:spPr>
          <a:xfrm>
            <a:off x="702175" y="3148800"/>
            <a:ext cx="43878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"/>
          <p:cNvSpPr txBox="1"/>
          <p:nvPr>
            <p:ph type="title"/>
          </p:nvPr>
        </p:nvSpPr>
        <p:spPr>
          <a:xfrm>
            <a:off x="713225" y="3966775"/>
            <a:ext cx="7717500" cy="6378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/>
          <p:nvPr/>
        </p:nvSpPr>
        <p:spPr>
          <a:xfrm>
            <a:off x="717150" y="935100"/>
            <a:ext cx="7709700" cy="327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7" name="Google Shape;307;p11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308" name="Google Shape;308;p11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10" name="Google Shape;310;p11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11" name="Google Shape;311;p11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12" name="Google Shape;312;p11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13" name="Google Shape;313;p11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15" name="Google Shape;315;p11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16" name="Google Shape;316;p11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18" name="Google Shape;318;p11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0" name="Google Shape;320;p11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2" name="Google Shape;332;p11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333" name="Google Shape;333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34" name="Google Shape;334;p1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"/>
          <p:cNvSpPr txBox="1"/>
          <p:nvPr>
            <p:ph type="title"/>
          </p:nvPr>
        </p:nvSpPr>
        <p:spPr>
          <a:xfrm>
            <a:off x="1746945" y="1731425"/>
            <a:ext cx="2723400" cy="5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8" name="Google Shape;338;p13"/>
          <p:cNvSpPr txBox="1"/>
          <p:nvPr>
            <p:ph hasCustomPrompt="1" idx="2" type="title"/>
          </p:nvPr>
        </p:nvSpPr>
        <p:spPr>
          <a:xfrm>
            <a:off x="797895" y="1725525"/>
            <a:ext cx="951300" cy="5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9" name="Google Shape;339;p13"/>
          <p:cNvSpPr txBox="1"/>
          <p:nvPr>
            <p:ph idx="1" type="subTitle"/>
          </p:nvPr>
        </p:nvSpPr>
        <p:spPr>
          <a:xfrm>
            <a:off x="1749195" y="2248419"/>
            <a:ext cx="27234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13"/>
          <p:cNvSpPr txBox="1"/>
          <p:nvPr>
            <p:ph idx="3" type="title"/>
          </p:nvPr>
        </p:nvSpPr>
        <p:spPr>
          <a:xfrm>
            <a:off x="1746938" y="3388125"/>
            <a:ext cx="2723400" cy="5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1" name="Google Shape;341;p13"/>
          <p:cNvSpPr txBox="1"/>
          <p:nvPr>
            <p:ph hasCustomPrompt="1" idx="4" type="title"/>
          </p:nvPr>
        </p:nvSpPr>
        <p:spPr>
          <a:xfrm>
            <a:off x="797895" y="3388125"/>
            <a:ext cx="951300" cy="5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2" name="Google Shape;342;p13"/>
          <p:cNvSpPr txBox="1"/>
          <p:nvPr>
            <p:ph idx="5" type="subTitle"/>
          </p:nvPr>
        </p:nvSpPr>
        <p:spPr>
          <a:xfrm>
            <a:off x="1746938" y="3897362"/>
            <a:ext cx="27234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13"/>
          <p:cNvSpPr txBox="1"/>
          <p:nvPr>
            <p:ph idx="6" type="title"/>
          </p:nvPr>
        </p:nvSpPr>
        <p:spPr>
          <a:xfrm>
            <a:off x="5602945" y="1728250"/>
            <a:ext cx="2731200" cy="5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4" name="Google Shape;344;p13"/>
          <p:cNvSpPr txBox="1"/>
          <p:nvPr>
            <p:ph hasCustomPrompt="1" idx="7" type="title"/>
          </p:nvPr>
        </p:nvSpPr>
        <p:spPr>
          <a:xfrm>
            <a:off x="4659709" y="1731424"/>
            <a:ext cx="951300" cy="5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5" name="Google Shape;345;p13"/>
          <p:cNvSpPr txBox="1"/>
          <p:nvPr>
            <p:ph idx="8" type="subTitle"/>
          </p:nvPr>
        </p:nvSpPr>
        <p:spPr>
          <a:xfrm>
            <a:off x="5605195" y="2242520"/>
            <a:ext cx="27312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13"/>
          <p:cNvSpPr txBox="1"/>
          <p:nvPr>
            <p:ph idx="9" type="title"/>
          </p:nvPr>
        </p:nvSpPr>
        <p:spPr>
          <a:xfrm>
            <a:off x="5602945" y="3388875"/>
            <a:ext cx="2731200" cy="5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7" name="Google Shape;347;p13"/>
          <p:cNvSpPr txBox="1"/>
          <p:nvPr>
            <p:ph hasCustomPrompt="1" idx="13" type="title"/>
          </p:nvPr>
        </p:nvSpPr>
        <p:spPr>
          <a:xfrm>
            <a:off x="4659709" y="3389163"/>
            <a:ext cx="951300" cy="5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8" name="Google Shape;348;p13"/>
          <p:cNvSpPr txBox="1"/>
          <p:nvPr>
            <p:ph idx="14" type="subTitle"/>
          </p:nvPr>
        </p:nvSpPr>
        <p:spPr>
          <a:xfrm>
            <a:off x="5602945" y="3897362"/>
            <a:ext cx="27312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13"/>
          <p:cNvSpPr txBox="1"/>
          <p:nvPr>
            <p:ph idx="15" type="title"/>
          </p:nvPr>
        </p:nvSpPr>
        <p:spPr>
          <a:xfrm>
            <a:off x="723388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50" name="Google Shape;350;p13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351" name="Google Shape;351;p13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2" name="Google Shape;352;p13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3" name="Google Shape;353;p13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4" name="Google Shape;354;p13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5" name="Google Shape;355;p13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6" name="Google Shape;356;p13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7" name="Google Shape;357;p13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8" name="Google Shape;358;p13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9" name="Google Shape;359;p13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0" name="Google Shape;360;p13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3" name="Google Shape;363;p13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5" name="Google Shape;365;p13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6" name="Google Shape;366;p13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7" name="Google Shape;367;p13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0" name="Google Shape;370;p13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5" name="Google Shape;375;p13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"/>
          <p:cNvSpPr/>
          <p:nvPr/>
        </p:nvSpPr>
        <p:spPr>
          <a:xfrm flipH="1">
            <a:off x="6119132" y="3108750"/>
            <a:ext cx="1173900" cy="1173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 flipH="1">
            <a:off x="2307100" y="2996400"/>
            <a:ext cx="3892200" cy="139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1850968" y="1502350"/>
            <a:ext cx="1173900" cy="1173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2944700" y="1390000"/>
            <a:ext cx="3892200" cy="139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"/>
          <p:cNvSpPr txBox="1"/>
          <p:nvPr>
            <p:ph idx="1" type="subTitle"/>
          </p:nvPr>
        </p:nvSpPr>
        <p:spPr>
          <a:xfrm>
            <a:off x="3104651" y="1502350"/>
            <a:ext cx="3571500" cy="11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14"/>
          <p:cNvSpPr txBox="1"/>
          <p:nvPr>
            <p:ph idx="2" type="subTitle"/>
          </p:nvPr>
        </p:nvSpPr>
        <p:spPr>
          <a:xfrm>
            <a:off x="2462650" y="3163050"/>
            <a:ext cx="3571500" cy="10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14"/>
          <p:cNvSpPr txBox="1"/>
          <p:nvPr>
            <p:ph hasCustomPrompt="1" idx="3" type="title"/>
          </p:nvPr>
        </p:nvSpPr>
        <p:spPr>
          <a:xfrm>
            <a:off x="1140350" y="1502350"/>
            <a:ext cx="1719300" cy="11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85" name="Google Shape;385;p14"/>
          <p:cNvSpPr txBox="1"/>
          <p:nvPr>
            <p:ph hasCustomPrompt="1" idx="4" type="title"/>
          </p:nvPr>
        </p:nvSpPr>
        <p:spPr>
          <a:xfrm>
            <a:off x="6177550" y="3108750"/>
            <a:ext cx="1719300" cy="11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grpSp>
        <p:nvGrpSpPr>
          <p:cNvPr id="386" name="Google Shape;386;p14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387" name="Google Shape;387;p14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1" name="Google Shape;391;p14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2" name="Google Shape;392;p14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3" name="Google Shape;393;p14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4" name="Google Shape;394;p14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5" name="Google Shape;395;p14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6" name="Google Shape;396;p14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7" name="Google Shape;397;p14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8" name="Google Shape;398;p14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0" name="Google Shape;400;p14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1" name="Google Shape;401;p14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2" name="Google Shape;402;p14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3" name="Google Shape;403;p14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4" name="Google Shape;404;p14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6" name="Google Shape;406;p14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7" name="Google Shape;407;p14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8" name="Google Shape;408;p14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9" name="Google Shape;409;p14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10" name="Google Shape;410;p14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11" name="Google Shape;411;p14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"/>
          <p:cNvSpPr/>
          <p:nvPr/>
        </p:nvSpPr>
        <p:spPr>
          <a:xfrm>
            <a:off x="73165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4" name="Google Shape;414;p15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415" name="Google Shape;415;p15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31" name="Google Shape;431;p15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32" name="Google Shape;432;p15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35" name="Google Shape;435;p15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36" name="Google Shape;436;p15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37" name="Google Shape;437;p15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38" name="Google Shape;438;p15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440" name="Google Shape;440;p15"/>
          <p:cNvSpPr txBox="1"/>
          <p:nvPr>
            <p:ph type="title"/>
          </p:nvPr>
        </p:nvSpPr>
        <p:spPr>
          <a:xfrm>
            <a:off x="723388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15"/>
          <p:cNvSpPr txBox="1"/>
          <p:nvPr>
            <p:ph idx="2" type="title"/>
          </p:nvPr>
        </p:nvSpPr>
        <p:spPr>
          <a:xfrm>
            <a:off x="716622" y="1735175"/>
            <a:ext cx="5788200" cy="5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2" name="Google Shape;442;p15"/>
          <p:cNvSpPr txBox="1"/>
          <p:nvPr>
            <p:ph idx="1" type="subTitle"/>
          </p:nvPr>
        </p:nvSpPr>
        <p:spPr>
          <a:xfrm>
            <a:off x="713225" y="2260475"/>
            <a:ext cx="5788200" cy="21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6"/>
          <p:cNvSpPr txBox="1"/>
          <p:nvPr>
            <p:ph type="title"/>
          </p:nvPr>
        </p:nvSpPr>
        <p:spPr>
          <a:xfrm>
            <a:off x="723388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5" name="Google Shape;445;p16"/>
          <p:cNvSpPr txBox="1"/>
          <p:nvPr>
            <p:ph idx="2" type="title"/>
          </p:nvPr>
        </p:nvSpPr>
        <p:spPr>
          <a:xfrm>
            <a:off x="2620769" y="1735175"/>
            <a:ext cx="5785500" cy="5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6" name="Google Shape;446;p16"/>
          <p:cNvSpPr txBox="1"/>
          <p:nvPr>
            <p:ph idx="1" type="subTitle"/>
          </p:nvPr>
        </p:nvSpPr>
        <p:spPr>
          <a:xfrm>
            <a:off x="2618225" y="2260475"/>
            <a:ext cx="57855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7" name="Google Shape;447;p16"/>
          <p:cNvSpPr/>
          <p:nvPr/>
        </p:nvSpPr>
        <p:spPr>
          <a:xfrm>
            <a:off x="13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8" name="Google Shape;448;p16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449" name="Google Shape;449;p16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7"/>
          <p:cNvSpPr/>
          <p:nvPr/>
        </p:nvSpPr>
        <p:spPr>
          <a:xfrm>
            <a:off x="717150" y="1163700"/>
            <a:ext cx="7709700" cy="327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7" name="Google Shape;477;p17"/>
          <p:cNvSpPr txBox="1"/>
          <p:nvPr>
            <p:ph idx="1" type="body"/>
          </p:nvPr>
        </p:nvSpPr>
        <p:spPr>
          <a:xfrm>
            <a:off x="1924350" y="1730850"/>
            <a:ext cx="5295300" cy="21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SzPts val="1200"/>
              <a:buFont typeface="Roboto Slab Light"/>
              <a:buChar char="●"/>
              <a:defRPr sz="1400"/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Slab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Slab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Slab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Slab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Slab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Slab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Slab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Slab Light"/>
              <a:buChar char="■"/>
              <a:defRPr/>
            </a:lvl9pPr>
          </a:lstStyle>
          <a:p/>
        </p:txBody>
      </p:sp>
      <p:grpSp>
        <p:nvGrpSpPr>
          <p:cNvPr id="478" name="Google Shape;478;p17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479" name="Google Shape;479;p17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80" name="Google Shape;480;p17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81" name="Google Shape;481;p17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82" name="Google Shape;482;p17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83" name="Google Shape;483;p17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84" name="Google Shape;484;p17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85" name="Google Shape;485;p17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86" name="Google Shape;486;p17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87" name="Google Shape;487;p17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88" name="Google Shape;488;p17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89" name="Google Shape;489;p17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0" name="Google Shape;490;p17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1" name="Google Shape;491;p17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5" name="Google Shape;495;p17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6" name="Google Shape;496;p17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7" name="Google Shape;497;p17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01" name="Google Shape;501;p17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02" name="Google Shape;502;p17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grpSp>
        <p:nvGrpSpPr>
          <p:cNvPr id="504" name="Google Shape;504;p17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505" name="Google Shape;505;p17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06" name="Google Shape;506;p17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09" name="Google Shape;509;p17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10" name="Google Shape;510;p17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11" name="Google Shape;511;p17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12" name="Google Shape;512;p17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13" name="Google Shape;513;p17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14" name="Google Shape;514;p17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15" name="Google Shape;515;p17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16" name="Google Shape;516;p17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17" name="Google Shape;517;p17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18" name="Google Shape;518;p17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19" name="Google Shape;519;p17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20" name="Google Shape;520;p17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21" name="Google Shape;521;p17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22" name="Google Shape;522;p17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23" name="Google Shape;523;p17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24" name="Google Shape;524;p17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25" name="Google Shape;525;p17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26" name="Google Shape;526;p17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27" name="Google Shape;527;p17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28" name="Google Shape;528;p17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29" name="Google Shape;529;p17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32" name="Google Shape;532;p18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533" name="Google Shape;533;p18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6" name="Google Shape;536;p18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0" name="Google Shape;540;p18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2" name="Google Shape;542;p18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3" name="Google Shape;543;p18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4" name="Google Shape;554;p18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5" name="Google Shape;555;p18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6" name="Google Shape;556;p18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9"/>
          <p:cNvSpPr/>
          <p:nvPr/>
        </p:nvSpPr>
        <p:spPr>
          <a:xfrm>
            <a:off x="13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0" name="Google Shape;560;p19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561" name="Google Shape;561;p19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2" name="Google Shape;562;p19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3" name="Google Shape;563;p19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4" name="Google Shape;564;p19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6" name="Google Shape;566;p19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7" name="Google Shape;567;p19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8" name="Google Shape;568;p19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9" name="Google Shape;569;p19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0" name="Google Shape;570;p19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1" name="Google Shape;571;p19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2" name="Google Shape;572;p19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3" name="Google Shape;573;p19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4" name="Google Shape;574;p19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5" name="Google Shape;575;p19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6" name="Google Shape;576;p19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7" name="Google Shape;577;p19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8" name="Google Shape;578;p19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9" name="Google Shape;579;p19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0" name="Google Shape;580;p19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1" name="Google Shape;581;p19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2" name="Google Shape;582;p19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3" name="Google Shape;583;p19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4" name="Google Shape;584;p19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5" name="Google Shape;585;p19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586" name="Google Shape;58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8" name="Google Shape;588;p20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589" name="Google Shape;589;p20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614" name="Google Shape;614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1_1_1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1"/>
          <p:cNvSpPr/>
          <p:nvPr/>
        </p:nvSpPr>
        <p:spPr>
          <a:xfrm>
            <a:off x="13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7" name="Google Shape;617;p21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618" name="Google Shape;618;p21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9" name="Google Shape;619;p21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0" name="Google Shape;620;p21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1" name="Google Shape;621;p21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2" name="Google Shape;622;p21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3" name="Google Shape;623;p21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4" name="Google Shape;624;p21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5" name="Google Shape;625;p21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6" name="Google Shape;626;p21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7" name="Google Shape;627;p21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8" name="Google Shape;628;p21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9" name="Google Shape;629;p21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0" name="Google Shape;630;p21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1" name="Google Shape;631;p21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2" name="Google Shape;632;p21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3" name="Google Shape;633;p21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4" name="Google Shape;634;p21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5" name="Google Shape;635;p21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6" name="Google Shape;636;p21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7" name="Google Shape;637;p21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8" name="Google Shape;638;p21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9" name="Google Shape;639;p21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40" name="Google Shape;640;p21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41" name="Google Shape;641;p21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42" name="Google Shape;642;p21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643" name="Google Shape;64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1_1_1_1_1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646" name="Google Shape;646;p22"/>
          <p:cNvGrpSpPr/>
          <p:nvPr/>
        </p:nvGrpSpPr>
        <p:grpSpPr>
          <a:xfrm rot="-5400000">
            <a:off x="332988" y="295378"/>
            <a:ext cx="1129770" cy="1173854"/>
            <a:chOff x="11" y="583339"/>
            <a:chExt cx="1129770" cy="1173854"/>
          </a:xfrm>
        </p:grpSpPr>
        <p:sp>
          <p:nvSpPr>
            <p:cNvPr id="647" name="Google Shape;647;p22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48" name="Google Shape;648;p22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49" name="Google Shape;649;p22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0" name="Google Shape;650;p22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1" name="Google Shape;651;p22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2" name="Google Shape;652;p22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3" name="Google Shape;653;p22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4" name="Google Shape;654;p22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5" name="Google Shape;655;p22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6" name="Google Shape;656;p22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7" name="Google Shape;657;p22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8" name="Google Shape;658;p22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9" name="Google Shape;659;p22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0" name="Google Shape;660;p22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1" name="Google Shape;661;p22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2" name="Google Shape;662;p22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3" name="Google Shape;663;p22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4" name="Google Shape;664;p22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5" name="Google Shape;665;p22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6" name="Google Shape;666;p22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7" name="Google Shape;667;p22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8" name="Google Shape;668;p22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9" name="Google Shape;669;p22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70" name="Google Shape;670;p22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71" name="Google Shape;671;p22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3"/>
          <p:cNvSpPr txBox="1"/>
          <p:nvPr>
            <p:ph type="title"/>
          </p:nvPr>
        </p:nvSpPr>
        <p:spPr>
          <a:xfrm>
            <a:off x="2391900" y="3044542"/>
            <a:ext cx="4360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74" name="Google Shape;674;p23"/>
          <p:cNvSpPr txBox="1"/>
          <p:nvPr>
            <p:ph idx="1" type="subTitle"/>
          </p:nvPr>
        </p:nvSpPr>
        <p:spPr>
          <a:xfrm>
            <a:off x="1996200" y="1567050"/>
            <a:ext cx="5151600" cy="147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5" name="Google Shape;675;p23"/>
          <p:cNvSpPr/>
          <p:nvPr/>
        </p:nvSpPr>
        <p:spPr>
          <a:xfrm>
            <a:off x="13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6" name="Google Shape;676;p23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677" name="Google Shape;677;p23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78" name="Google Shape;678;p23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79" name="Google Shape;679;p23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0" name="Google Shape;680;p23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1" name="Google Shape;681;p23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2" name="Google Shape;682;p23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3" name="Google Shape;683;p23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4" name="Google Shape;684;p23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5" name="Google Shape;685;p23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6" name="Google Shape;686;p23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7" name="Google Shape;687;p23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8" name="Google Shape;688;p23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9" name="Google Shape;689;p23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0" name="Google Shape;690;p23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1" name="Google Shape;691;p23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2" name="Google Shape;692;p23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3" name="Google Shape;693;p23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4" name="Google Shape;694;p23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5" name="Google Shape;695;p23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6" name="Google Shape;696;p23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7" name="Google Shape;697;p23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8" name="Google Shape;698;p23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9" name="Google Shape;699;p23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00" name="Google Shape;700;p23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01" name="Google Shape;701;p23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4" name="Google Shape;704;p24"/>
          <p:cNvSpPr txBox="1"/>
          <p:nvPr>
            <p:ph idx="2" type="title"/>
          </p:nvPr>
        </p:nvSpPr>
        <p:spPr>
          <a:xfrm>
            <a:off x="720000" y="2994484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05" name="Google Shape;705;p24"/>
          <p:cNvSpPr txBox="1"/>
          <p:nvPr>
            <p:ph idx="1" type="subTitle"/>
          </p:nvPr>
        </p:nvSpPr>
        <p:spPr>
          <a:xfrm>
            <a:off x="720000" y="3534450"/>
            <a:ext cx="2336400" cy="7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4"/>
          <p:cNvSpPr txBox="1"/>
          <p:nvPr>
            <p:ph idx="3" type="title"/>
          </p:nvPr>
        </p:nvSpPr>
        <p:spPr>
          <a:xfrm>
            <a:off x="3403800" y="2994484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07" name="Google Shape;707;p24"/>
          <p:cNvSpPr txBox="1"/>
          <p:nvPr>
            <p:ph idx="4" type="subTitle"/>
          </p:nvPr>
        </p:nvSpPr>
        <p:spPr>
          <a:xfrm>
            <a:off x="3403800" y="3534450"/>
            <a:ext cx="2336400" cy="7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4"/>
          <p:cNvSpPr txBox="1"/>
          <p:nvPr>
            <p:ph idx="5" type="title"/>
          </p:nvPr>
        </p:nvSpPr>
        <p:spPr>
          <a:xfrm>
            <a:off x="6087600" y="2994484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09" name="Google Shape;709;p24"/>
          <p:cNvSpPr txBox="1"/>
          <p:nvPr>
            <p:ph idx="6" type="subTitle"/>
          </p:nvPr>
        </p:nvSpPr>
        <p:spPr>
          <a:xfrm>
            <a:off x="6087600" y="3534450"/>
            <a:ext cx="2336400" cy="7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10" name="Google Shape;710;p24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711" name="Google Shape;711;p24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12" name="Google Shape;712;p24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13" name="Google Shape;713;p24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14" name="Google Shape;714;p24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15" name="Google Shape;715;p24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16" name="Google Shape;716;p24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17" name="Google Shape;717;p24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18" name="Google Shape;718;p24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19" name="Google Shape;719;p24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20" name="Google Shape;720;p24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21" name="Google Shape;721;p24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22" name="Google Shape;722;p24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25" name="Google Shape;725;p24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26" name="Google Shape;726;p24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27" name="Google Shape;727;p24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28" name="Google Shape;728;p24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29" name="Google Shape;729;p24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31" name="Google Shape;731;p24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32" name="Google Shape;732;p24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33" name="Google Shape;733;p24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34" name="Google Shape;734;p24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35" name="Google Shape;735;p24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8" name="Google Shape;738;p25"/>
          <p:cNvSpPr txBox="1"/>
          <p:nvPr>
            <p:ph idx="2" type="title"/>
          </p:nvPr>
        </p:nvSpPr>
        <p:spPr>
          <a:xfrm>
            <a:off x="720000" y="1987581"/>
            <a:ext cx="2305500" cy="4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39" name="Google Shape;739;p25"/>
          <p:cNvSpPr txBox="1"/>
          <p:nvPr>
            <p:ph idx="1" type="subTitle"/>
          </p:nvPr>
        </p:nvSpPr>
        <p:spPr>
          <a:xfrm>
            <a:off x="720000" y="2398582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0" name="Google Shape;740;p25"/>
          <p:cNvSpPr txBox="1"/>
          <p:nvPr>
            <p:ph idx="3" type="title"/>
          </p:nvPr>
        </p:nvSpPr>
        <p:spPr>
          <a:xfrm>
            <a:off x="3419271" y="1987581"/>
            <a:ext cx="2305500" cy="4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1" name="Google Shape;741;p25"/>
          <p:cNvSpPr txBox="1"/>
          <p:nvPr>
            <p:ph idx="4" type="subTitle"/>
          </p:nvPr>
        </p:nvSpPr>
        <p:spPr>
          <a:xfrm>
            <a:off x="3419271" y="2398582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2" name="Google Shape;742;p25"/>
          <p:cNvSpPr txBox="1"/>
          <p:nvPr>
            <p:ph idx="5" type="title"/>
          </p:nvPr>
        </p:nvSpPr>
        <p:spPr>
          <a:xfrm>
            <a:off x="720000" y="3755949"/>
            <a:ext cx="2305500" cy="4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3" name="Google Shape;743;p25"/>
          <p:cNvSpPr txBox="1"/>
          <p:nvPr>
            <p:ph idx="6" type="subTitle"/>
          </p:nvPr>
        </p:nvSpPr>
        <p:spPr>
          <a:xfrm>
            <a:off x="720000" y="4166947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4" name="Google Shape;744;p25"/>
          <p:cNvSpPr txBox="1"/>
          <p:nvPr>
            <p:ph idx="7" type="title"/>
          </p:nvPr>
        </p:nvSpPr>
        <p:spPr>
          <a:xfrm>
            <a:off x="3419271" y="3755949"/>
            <a:ext cx="2305500" cy="4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5" name="Google Shape;745;p25"/>
          <p:cNvSpPr txBox="1"/>
          <p:nvPr>
            <p:ph idx="8" type="subTitle"/>
          </p:nvPr>
        </p:nvSpPr>
        <p:spPr>
          <a:xfrm>
            <a:off x="3419271" y="4166947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6" name="Google Shape;746;p25"/>
          <p:cNvSpPr txBox="1"/>
          <p:nvPr>
            <p:ph idx="9" type="title"/>
          </p:nvPr>
        </p:nvSpPr>
        <p:spPr>
          <a:xfrm>
            <a:off x="6118549" y="1987581"/>
            <a:ext cx="2305500" cy="4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7" name="Google Shape;747;p25"/>
          <p:cNvSpPr txBox="1"/>
          <p:nvPr>
            <p:ph idx="13" type="subTitle"/>
          </p:nvPr>
        </p:nvSpPr>
        <p:spPr>
          <a:xfrm>
            <a:off x="6118549" y="2398582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8" name="Google Shape;748;p25"/>
          <p:cNvSpPr txBox="1"/>
          <p:nvPr>
            <p:ph idx="14" type="title"/>
          </p:nvPr>
        </p:nvSpPr>
        <p:spPr>
          <a:xfrm>
            <a:off x="6118549" y="3755949"/>
            <a:ext cx="2305500" cy="4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9" name="Google Shape;749;p25"/>
          <p:cNvSpPr txBox="1"/>
          <p:nvPr>
            <p:ph idx="15" type="subTitle"/>
          </p:nvPr>
        </p:nvSpPr>
        <p:spPr>
          <a:xfrm>
            <a:off x="6118549" y="4166947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50" name="Google Shape;750;p25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751" name="Google Shape;751;p25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52" name="Google Shape;752;p25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53" name="Google Shape;753;p25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54" name="Google Shape;754;p25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55" name="Google Shape;755;p25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56" name="Google Shape;756;p25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57" name="Google Shape;757;p25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58" name="Google Shape;758;p25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59" name="Google Shape;759;p25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60" name="Google Shape;760;p25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61" name="Google Shape;761;p25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62" name="Google Shape;762;p25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63" name="Google Shape;763;p25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64" name="Google Shape;764;p25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65" name="Google Shape;765;p25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66" name="Google Shape;766;p25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67" name="Google Shape;767;p25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68" name="Google Shape;768;p25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69" name="Google Shape;769;p25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70" name="Google Shape;770;p25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71" name="Google Shape;771;p25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72" name="Google Shape;772;p25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73" name="Google Shape;773;p25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74" name="Google Shape;774;p25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75" name="Google Shape;775;p25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grpSp>
        <p:nvGrpSpPr>
          <p:cNvPr id="776" name="Google Shape;776;p25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777" name="Google Shape;777;p25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78" name="Google Shape;778;p25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79" name="Google Shape;779;p25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80" name="Google Shape;780;p25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81" name="Google Shape;781;p25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82" name="Google Shape;782;p25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83" name="Google Shape;783;p25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84" name="Google Shape;784;p25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85" name="Google Shape;785;p25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86" name="Google Shape;786;p25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87" name="Google Shape;787;p25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88" name="Google Shape;788;p25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89" name="Google Shape;789;p25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90" name="Google Shape;790;p25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91" name="Google Shape;791;p25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92" name="Google Shape;792;p25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93" name="Google Shape;793;p25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94" name="Google Shape;794;p25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95" name="Google Shape;795;p25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96" name="Google Shape;796;p25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97" name="Google Shape;797;p25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98" name="Google Shape;798;p25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99" name="Google Shape;799;p25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00" name="Google Shape;800;p25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01" name="Google Shape;801;p25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6"/>
          <p:cNvSpPr/>
          <p:nvPr/>
        </p:nvSpPr>
        <p:spPr>
          <a:xfrm>
            <a:off x="73165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4" name="Google Shape;804;p26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805" name="Google Shape;805;p26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0" name="Google Shape;810;p26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1" name="Google Shape;811;p26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2" name="Google Shape;812;p26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3" name="Google Shape;813;p26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4" name="Google Shape;814;p26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5" name="Google Shape;815;p26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7" name="Google Shape;817;p26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8" name="Google Shape;818;p26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9" name="Google Shape;819;p26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0" name="Google Shape;820;p26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1" name="Google Shape;821;p26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2" name="Google Shape;822;p26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3" name="Google Shape;823;p26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4" name="Google Shape;824;p26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5" name="Google Shape;825;p26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6" name="Google Shape;826;p26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7" name="Google Shape;827;p26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8" name="Google Shape;828;p26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9" name="Google Shape;829;p26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830" name="Google Shape;830;p26"/>
          <p:cNvSpPr/>
          <p:nvPr/>
        </p:nvSpPr>
        <p:spPr>
          <a:xfrm>
            <a:off x="13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1" name="Google Shape;831;p26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832" name="Google Shape;832;p26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5" name="Google Shape;835;p26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6" name="Google Shape;836;p26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8" name="Google Shape;838;p26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0" name="Google Shape;840;p26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3" name="Google Shape;843;p26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5" name="Google Shape;845;p26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7" name="Google Shape;847;p26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8" name="Google Shape;848;p26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9" name="Google Shape;849;p26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0" name="Google Shape;850;p26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1" name="Google Shape;851;p26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3" name="Google Shape;853;p26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5" name="Google Shape;855;p26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6" name="Google Shape;856;p26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857" name="Google Shape;857;p26"/>
          <p:cNvSpPr txBox="1"/>
          <p:nvPr>
            <p:ph hasCustomPrompt="1" type="title"/>
          </p:nvPr>
        </p:nvSpPr>
        <p:spPr>
          <a:xfrm>
            <a:off x="2642625" y="540000"/>
            <a:ext cx="3858900" cy="70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58" name="Google Shape;858;p26"/>
          <p:cNvSpPr txBox="1"/>
          <p:nvPr>
            <p:ph idx="1" type="subTitle"/>
          </p:nvPr>
        </p:nvSpPr>
        <p:spPr>
          <a:xfrm>
            <a:off x="2642625" y="1246025"/>
            <a:ext cx="3858900" cy="3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59" name="Google Shape;859;p26"/>
          <p:cNvSpPr txBox="1"/>
          <p:nvPr>
            <p:ph hasCustomPrompt="1" idx="2" type="title"/>
          </p:nvPr>
        </p:nvSpPr>
        <p:spPr>
          <a:xfrm>
            <a:off x="2642625" y="2036332"/>
            <a:ext cx="3858900" cy="70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60" name="Google Shape;860;p26"/>
          <p:cNvSpPr txBox="1"/>
          <p:nvPr>
            <p:ph idx="3" type="subTitle"/>
          </p:nvPr>
        </p:nvSpPr>
        <p:spPr>
          <a:xfrm>
            <a:off x="2642625" y="2742358"/>
            <a:ext cx="3858900" cy="3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61" name="Google Shape;861;p26"/>
          <p:cNvSpPr txBox="1"/>
          <p:nvPr>
            <p:ph hasCustomPrompt="1" idx="4" type="title"/>
          </p:nvPr>
        </p:nvSpPr>
        <p:spPr>
          <a:xfrm>
            <a:off x="2642625" y="3539364"/>
            <a:ext cx="3858900" cy="70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62" name="Google Shape;862;p26"/>
          <p:cNvSpPr txBox="1"/>
          <p:nvPr>
            <p:ph idx="5" type="subTitle"/>
          </p:nvPr>
        </p:nvSpPr>
        <p:spPr>
          <a:xfrm>
            <a:off x="2642625" y="4245389"/>
            <a:ext cx="3858900" cy="3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27"/>
          <p:cNvSpPr txBox="1"/>
          <p:nvPr>
            <p:ph type="ctrTitle"/>
          </p:nvPr>
        </p:nvSpPr>
        <p:spPr>
          <a:xfrm>
            <a:off x="720000" y="535147"/>
            <a:ext cx="7704000" cy="81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65" name="Google Shape;865;p27"/>
          <p:cNvSpPr txBox="1"/>
          <p:nvPr>
            <p:ph idx="1" type="subTitle"/>
          </p:nvPr>
        </p:nvSpPr>
        <p:spPr>
          <a:xfrm>
            <a:off x="2642538" y="2088400"/>
            <a:ext cx="3858900" cy="11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6" name="Google Shape;866;p27"/>
          <p:cNvSpPr/>
          <p:nvPr/>
        </p:nvSpPr>
        <p:spPr>
          <a:xfrm>
            <a:off x="13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7" name="Google Shape;867;p27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868" name="Google Shape;868;p27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69" name="Google Shape;869;p27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72" name="Google Shape;872;p27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73" name="Google Shape;873;p27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74" name="Google Shape;874;p27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75" name="Google Shape;875;p27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76" name="Google Shape;876;p27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77" name="Google Shape;877;p27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78" name="Google Shape;878;p27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79" name="Google Shape;879;p27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80" name="Google Shape;880;p27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81" name="Google Shape;881;p27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82" name="Google Shape;882;p27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83" name="Google Shape;883;p27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84" name="Google Shape;884;p27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85" name="Google Shape;885;p27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86" name="Google Shape;886;p27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87" name="Google Shape;887;p27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88" name="Google Shape;888;p27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89" name="Google Shape;889;p27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90" name="Google Shape;890;p27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91" name="Google Shape;891;p27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92" name="Google Shape;892;p27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grpSp>
        <p:nvGrpSpPr>
          <p:cNvPr id="893" name="Google Shape;893;p27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894" name="Google Shape;894;p27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95" name="Google Shape;895;p27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96" name="Google Shape;896;p27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97" name="Google Shape;897;p27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98" name="Google Shape;898;p27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99" name="Google Shape;899;p27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00" name="Google Shape;900;p27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01" name="Google Shape;901;p27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02" name="Google Shape;902;p27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03" name="Google Shape;903;p27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04" name="Google Shape;904;p27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05" name="Google Shape;905;p27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06" name="Google Shape;906;p27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07" name="Google Shape;907;p27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08" name="Google Shape;908;p27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09" name="Google Shape;909;p27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10" name="Google Shape;910;p27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11" name="Google Shape;911;p27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12" name="Google Shape;912;p27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13" name="Google Shape;913;p27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14" name="Google Shape;914;p27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15" name="Google Shape;915;p27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16" name="Google Shape;916;p27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17" name="Google Shape;917;p27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18" name="Google Shape;918;p27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919" name="Google Shape;919;p27"/>
          <p:cNvSpPr txBox="1"/>
          <p:nvPr/>
        </p:nvSpPr>
        <p:spPr>
          <a:xfrm>
            <a:off x="2246550" y="3268602"/>
            <a:ext cx="46509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CREDITS: This presentation template was created by </a:t>
            </a:r>
            <a:r>
              <a:rPr b="1" lang="en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, including icons by </a:t>
            </a:r>
            <a:r>
              <a:rPr b="1" lang="en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, and infographics &amp; images by </a:t>
            </a:r>
            <a:r>
              <a:rPr b="1" lang="en">
                <a:solidFill>
                  <a:schemeClr val="accent2"/>
                </a:solidFill>
                <a:uFill>
                  <a:noFill/>
                </a:uFill>
                <a:latin typeface="Questrial"/>
                <a:ea typeface="Questrial"/>
                <a:cs typeface="Questrial"/>
                <a:sym typeface="Quest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"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29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923" name="Google Shape;923;p29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4" name="Google Shape;924;p29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5" name="Google Shape;925;p29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6" name="Google Shape;926;p29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7" name="Google Shape;927;p29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8" name="Google Shape;928;p29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9" name="Google Shape;929;p29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0" name="Google Shape;930;p29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1" name="Google Shape;931;p29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2" name="Google Shape;932;p29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3" name="Google Shape;933;p29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4" name="Google Shape;934;p29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5" name="Google Shape;935;p29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6" name="Google Shape;936;p29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7" name="Google Shape;937;p29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8" name="Google Shape;938;p29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9" name="Google Shape;939;p29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0" name="Google Shape;940;p29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1" name="Google Shape;941;p29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2" name="Google Shape;942;p29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3" name="Google Shape;943;p29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4" name="Google Shape;944;p29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5" name="Google Shape;945;p29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6" name="Google Shape;946;p29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7" name="Google Shape;947;p29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grpSp>
        <p:nvGrpSpPr>
          <p:cNvPr id="948" name="Google Shape;948;p29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949" name="Google Shape;949;p29"/>
            <p:cNvSpPr/>
            <p:nvPr/>
          </p:nvSpPr>
          <p:spPr>
            <a:xfrm>
              <a:off x="9686" y="583339"/>
              <a:ext cx="51388" cy="52830"/>
            </a:xfrm>
            <a:custGeom>
              <a:rect b="b" l="l" r="r" t="t"/>
              <a:pathLst>
                <a:path extrusionOk="0" h="1649" w="1604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0" name="Google Shape;950;p29"/>
            <p:cNvSpPr/>
            <p:nvPr/>
          </p:nvSpPr>
          <p:spPr>
            <a:xfrm>
              <a:off x="277103" y="584524"/>
              <a:ext cx="50908" cy="50555"/>
            </a:xfrm>
            <a:custGeom>
              <a:rect b="b" l="l" r="r" t="t"/>
              <a:pathLst>
                <a:path extrusionOk="0" h="1578" w="1589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1" name="Google Shape;951;p29"/>
            <p:cNvSpPr/>
            <p:nvPr/>
          </p:nvSpPr>
          <p:spPr>
            <a:xfrm>
              <a:off x="543559" y="583435"/>
              <a:ext cx="52349" cy="52734"/>
            </a:xfrm>
            <a:custGeom>
              <a:rect b="b" l="l" r="r" t="t"/>
              <a:pathLst>
                <a:path extrusionOk="0" h="1646" w="1634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2" name="Google Shape;952;p29"/>
            <p:cNvSpPr/>
            <p:nvPr/>
          </p:nvSpPr>
          <p:spPr>
            <a:xfrm>
              <a:off x="810752" y="583435"/>
              <a:ext cx="52093" cy="52734"/>
            </a:xfrm>
            <a:custGeom>
              <a:rect b="b" l="l" r="r" t="t"/>
              <a:pathLst>
                <a:path extrusionOk="0" h="1646" w="1626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3" name="Google Shape;953;p29"/>
            <p:cNvSpPr/>
            <p:nvPr/>
          </p:nvSpPr>
          <p:spPr>
            <a:xfrm>
              <a:off x="1078874" y="584524"/>
              <a:ext cx="50427" cy="50555"/>
            </a:xfrm>
            <a:custGeom>
              <a:rect b="b" l="l" r="r" t="t"/>
              <a:pathLst>
                <a:path extrusionOk="0" h="1578" w="1574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4" name="Google Shape;954;p29"/>
            <p:cNvSpPr/>
            <p:nvPr/>
          </p:nvSpPr>
          <p:spPr>
            <a:xfrm>
              <a:off x="1933" y="863347"/>
              <a:ext cx="59141" cy="53310"/>
            </a:xfrm>
            <a:custGeom>
              <a:rect b="b" l="l" r="r" t="t"/>
              <a:pathLst>
                <a:path extrusionOk="0" h="1664" w="1846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5" name="Google Shape;955;p29"/>
            <p:cNvSpPr/>
            <p:nvPr/>
          </p:nvSpPr>
          <p:spPr>
            <a:xfrm>
              <a:off x="268870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6" name="Google Shape;956;p29"/>
            <p:cNvSpPr/>
            <p:nvPr/>
          </p:nvSpPr>
          <p:spPr>
            <a:xfrm>
              <a:off x="536287" y="863827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7" name="Google Shape;957;p29"/>
            <p:cNvSpPr/>
            <p:nvPr/>
          </p:nvSpPr>
          <p:spPr>
            <a:xfrm>
              <a:off x="803383" y="863827"/>
              <a:ext cx="58981" cy="50459"/>
            </a:xfrm>
            <a:custGeom>
              <a:rect b="b" l="l" r="r" t="t"/>
              <a:pathLst>
                <a:path extrusionOk="0" h="1575" w="1841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8" name="Google Shape;958;p29"/>
            <p:cNvSpPr/>
            <p:nvPr/>
          </p:nvSpPr>
          <p:spPr>
            <a:xfrm>
              <a:off x="1070160" y="863827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9" name="Google Shape;959;p29"/>
            <p:cNvSpPr/>
            <p:nvPr/>
          </p:nvSpPr>
          <p:spPr>
            <a:xfrm>
              <a:off x="11" y="1143835"/>
              <a:ext cx="61063" cy="52830"/>
            </a:xfrm>
            <a:custGeom>
              <a:rect b="b" l="l" r="r" t="t"/>
              <a:pathLst>
                <a:path extrusionOk="0" h="1649" w="1906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0" name="Google Shape;960;p29"/>
            <p:cNvSpPr/>
            <p:nvPr/>
          </p:nvSpPr>
          <p:spPr>
            <a:xfrm>
              <a:off x="268870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1" name="Google Shape;961;p29"/>
            <p:cNvSpPr/>
            <p:nvPr/>
          </p:nvSpPr>
          <p:spPr>
            <a:xfrm>
              <a:off x="536287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2" name="Google Shape;962;p29"/>
            <p:cNvSpPr/>
            <p:nvPr/>
          </p:nvSpPr>
          <p:spPr>
            <a:xfrm>
              <a:off x="803223" y="1143835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3" name="Google Shape;963;p29"/>
            <p:cNvSpPr/>
            <p:nvPr/>
          </p:nvSpPr>
          <p:spPr>
            <a:xfrm>
              <a:off x="1070160" y="1143835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4" name="Google Shape;964;p29"/>
            <p:cNvSpPr/>
            <p:nvPr/>
          </p:nvSpPr>
          <p:spPr>
            <a:xfrm>
              <a:off x="1933" y="1424323"/>
              <a:ext cx="59141" cy="52830"/>
            </a:xfrm>
            <a:custGeom>
              <a:rect b="b" l="l" r="r" t="t"/>
              <a:pathLst>
                <a:path extrusionOk="0" h="1649" w="1846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5" name="Google Shape;965;p29"/>
            <p:cNvSpPr/>
            <p:nvPr/>
          </p:nvSpPr>
          <p:spPr>
            <a:xfrm>
              <a:off x="268870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6" name="Google Shape;966;p29"/>
            <p:cNvSpPr/>
            <p:nvPr/>
          </p:nvSpPr>
          <p:spPr>
            <a:xfrm>
              <a:off x="536287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7" name="Google Shape;967;p29"/>
            <p:cNvSpPr/>
            <p:nvPr/>
          </p:nvSpPr>
          <p:spPr>
            <a:xfrm>
              <a:off x="803223" y="1424323"/>
              <a:ext cx="59141" cy="50459"/>
            </a:xfrm>
            <a:custGeom>
              <a:rect b="b" l="l" r="r" t="t"/>
              <a:pathLst>
                <a:path extrusionOk="0" h="1575" w="1846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8" name="Google Shape;968;p29"/>
            <p:cNvSpPr/>
            <p:nvPr/>
          </p:nvSpPr>
          <p:spPr>
            <a:xfrm>
              <a:off x="1070160" y="1424323"/>
              <a:ext cx="59622" cy="50459"/>
            </a:xfrm>
            <a:custGeom>
              <a:rect b="b" l="l" r="r" t="t"/>
              <a:pathLst>
                <a:path extrusionOk="0" h="1575" w="1861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9" name="Google Shape;969;p29"/>
            <p:cNvSpPr/>
            <p:nvPr/>
          </p:nvSpPr>
          <p:spPr>
            <a:xfrm>
              <a:off x="11" y="1704331"/>
              <a:ext cx="61063" cy="52862"/>
            </a:xfrm>
            <a:custGeom>
              <a:rect b="b" l="l" r="r" t="t"/>
              <a:pathLst>
                <a:path extrusionOk="0" h="1650" w="1906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70" name="Google Shape;970;p29"/>
            <p:cNvSpPr/>
            <p:nvPr/>
          </p:nvSpPr>
          <p:spPr>
            <a:xfrm>
              <a:off x="268870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71" name="Google Shape;971;p29"/>
            <p:cNvSpPr/>
            <p:nvPr/>
          </p:nvSpPr>
          <p:spPr>
            <a:xfrm>
              <a:off x="536287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72" name="Google Shape;972;p29"/>
            <p:cNvSpPr/>
            <p:nvPr/>
          </p:nvSpPr>
          <p:spPr>
            <a:xfrm>
              <a:off x="803223" y="1704331"/>
              <a:ext cx="59141" cy="50811"/>
            </a:xfrm>
            <a:custGeom>
              <a:rect b="b" l="l" r="r" t="t"/>
              <a:pathLst>
                <a:path extrusionOk="0" h="1586" w="1846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73" name="Google Shape;973;p29"/>
            <p:cNvSpPr/>
            <p:nvPr/>
          </p:nvSpPr>
          <p:spPr>
            <a:xfrm>
              <a:off x="1070160" y="1704331"/>
              <a:ext cx="59622" cy="50811"/>
            </a:xfrm>
            <a:custGeom>
              <a:rect b="b" l="l" r="r" t="t"/>
              <a:pathLst>
                <a:path extrusionOk="0" h="1586" w="1861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0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Questrial"/>
              <a:buChar char="●"/>
              <a:defRPr sz="180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○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■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●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○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■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●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○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Questrial"/>
              <a:buChar char="■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30"/>
          <p:cNvSpPr txBox="1"/>
          <p:nvPr>
            <p:ph type="ctrTitle"/>
          </p:nvPr>
        </p:nvSpPr>
        <p:spPr>
          <a:xfrm>
            <a:off x="648875" y="1653803"/>
            <a:ext cx="6196200" cy="13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Padrões de Projeto:</a:t>
            </a:r>
            <a:r>
              <a:rPr lang="en" sz="3000"/>
              <a:t> </a:t>
            </a:r>
            <a:r>
              <a:rPr lang="en" sz="2000"/>
              <a:t>Soluções Reutilizáveis de Software Orientado a Objetos</a:t>
            </a:r>
            <a:endParaRPr sz="2000"/>
          </a:p>
        </p:txBody>
      </p:sp>
      <p:sp>
        <p:nvSpPr>
          <p:cNvPr id="979" name="Google Shape;979;p30"/>
          <p:cNvSpPr txBox="1"/>
          <p:nvPr>
            <p:ph idx="1" type="subTitle"/>
          </p:nvPr>
        </p:nvSpPr>
        <p:spPr>
          <a:xfrm>
            <a:off x="648875" y="3131064"/>
            <a:ext cx="61962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Alunos: </a:t>
            </a:r>
            <a:r>
              <a:rPr lang="en"/>
              <a:t>Luana Santos, Maria Eduarda,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Milena Ribeiro, Renato Serrano</a:t>
            </a:r>
            <a:endParaRPr/>
          </a:p>
        </p:txBody>
      </p:sp>
      <p:pic>
        <p:nvPicPr>
          <p:cNvPr id="980" name="Google Shape;9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125" y="591850"/>
            <a:ext cx="794775" cy="79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1"/>
          <p:cNvSpPr/>
          <p:nvPr/>
        </p:nvSpPr>
        <p:spPr>
          <a:xfrm>
            <a:off x="3524018" y="2106868"/>
            <a:ext cx="1173900" cy="1173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31"/>
          <p:cNvSpPr txBox="1"/>
          <p:nvPr>
            <p:ph type="title"/>
          </p:nvPr>
        </p:nvSpPr>
        <p:spPr>
          <a:xfrm>
            <a:off x="733100" y="2627025"/>
            <a:ext cx="3852000" cy="68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 que é? Para que serve?</a:t>
            </a:r>
            <a:endParaRPr sz="2000"/>
          </a:p>
        </p:txBody>
      </p:sp>
      <p:sp>
        <p:nvSpPr>
          <p:cNvPr id="987" name="Google Shape;987;p31"/>
          <p:cNvSpPr txBox="1"/>
          <p:nvPr>
            <p:ph idx="2" type="title"/>
          </p:nvPr>
        </p:nvSpPr>
        <p:spPr>
          <a:xfrm>
            <a:off x="733100" y="1800519"/>
            <a:ext cx="38520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cxnSp>
        <p:nvCxnSpPr>
          <p:cNvPr id="988" name="Google Shape;988;p31"/>
          <p:cNvCxnSpPr/>
          <p:nvPr/>
        </p:nvCxnSpPr>
        <p:spPr>
          <a:xfrm>
            <a:off x="4834500" y="1800518"/>
            <a:ext cx="2700" cy="1507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2"/>
          <p:cNvSpPr txBox="1"/>
          <p:nvPr>
            <p:ph type="title"/>
          </p:nvPr>
        </p:nvSpPr>
        <p:spPr>
          <a:xfrm>
            <a:off x="1602450" y="1456075"/>
            <a:ext cx="5939100" cy="5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Padrões de Design</a:t>
            </a:r>
            <a:endParaRPr/>
          </a:p>
        </p:txBody>
      </p:sp>
      <p:sp>
        <p:nvSpPr>
          <p:cNvPr id="994" name="Google Shape;994;p32"/>
          <p:cNvSpPr txBox="1"/>
          <p:nvPr>
            <p:ph idx="1" type="subTitle"/>
          </p:nvPr>
        </p:nvSpPr>
        <p:spPr>
          <a:xfrm>
            <a:off x="1602450" y="1999350"/>
            <a:ext cx="5939100" cy="17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Padrões de Projeto são soluções típicas para problemas comuns no projeto de software. Eles são projetos que podem ser obtidos e personalizados para resolver um problema de design específico em seu código.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33"/>
          <p:cNvSpPr txBox="1"/>
          <p:nvPr>
            <p:ph type="title"/>
          </p:nvPr>
        </p:nvSpPr>
        <p:spPr>
          <a:xfrm>
            <a:off x="1602450" y="1456075"/>
            <a:ext cx="5939100" cy="5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que </a:t>
            </a:r>
            <a:r>
              <a:rPr lang="en"/>
              <a:t>devo usá-los?</a:t>
            </a:r>
            <a:endParaRPr/>
          </a:p>
        </p:txBody>
      </p:sp>
      <p:sp>
        <p:nvSpPr>
          <p:cNvPr id="1000" name="Google Shape;1000;p33"/>
          <p:cNvSpPr txBox="1"/>
          <p:nvPr>
            <p:ph idx="1" type="subTitle"/>
          </p:nvPr>
        </p:nvSpPr>
        <p:spPr>
          <a:xfrm>
            <a:off x="1602450" y="2132825"/>
            <a:ext cx="5939100" cy="17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 padrões são um kit de ferramentas de soluções testadas e comprovadas para problemas comuns no projeto de software. Mesmo que você nunca encontre esses problemas, conhecer os padrões ainda é útil porque ensina como resolver todos os tipos de problemas usando os princípios do projeto orientado a objetos.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34"/>
          <p:cNvSpPr/>
          <p:nvPr/>
        </p:nvSpPr>
        <p:spPr>
          <a:xfrm>
            <a:off x="3524018" y="2106868"/>
            <a:ext cx="1173900" cy="1173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34"/>
          <p:cNvSpPr txBox="1"/>
          <p:nvPr>
            <p:ph type="title"/>
          </p:nvPr>
        </p:nvSpPr>
        <p:spPr>
          <a:xfrm>
            <a:off x="0" y="2574475"/>
            <a:ext cx="4572600" cy="4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	</a:t>
            </a:r>
            <a:r>
              <a:rPr lang="en" sz="2000"/>
              <a:t>Classificações</a:t>
            </a:r>
            <a:endParaRPr sz="2000"/>
          </a:p>
        </p:txBody>
      </p:sp>
      <p:sp>
        <p:nvSpPr>
          <p:cNvPr id="1007" name="Google Shape;1007;p34"/>
          <p:cNvSpPr txBox="1"/>
          <p:nvPr>
            <p:ph idx="2" type="title"/>
          </p:nvPr>
        </p:nvSpPr>
        <p:spPr>
          <a:xfrm>
            <a:off x="720000" y="1799269"/>
            <a:ext cx="38520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r>
              <a:rPr lang="en"/>
              <a:t>.</a:t>
            </a:r>
            <a:endParaRPr/>
          </a:p>
        </p:txBody>
      </p:sp>
      <p:cxnSp>
        <p:nvCxnSpPr>
          <p:cNvPr id="1008" name="Google Shape;1008;p34"/>
          <p:cNvCxnSpPr/>
          <p:nvPr/>
        </p:nvCxnSpPr>
        <p:spPr>
          <a:xfrm>
            <a:off x="4834500" y="1800518"/>
            <a:ext cx="2700" cy="1507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35"/>
          <p:cNvSpPr/>
          <p:nvPr/>
        </p:nvSpPr>
        <p:spPr>
          <a:xfrm>
            <a:off x="4853429" y="3274863"/>
            <a:ext cx="628800" cy="62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35"/>
          <p:cNvSpPr/>
          <p:nvPr/>
        </p:nvSpPr>
        <p:spPr>
          <a:xfrm>
            <a:off x="973161" y="3223881"/>
            <a:ext cx="628800" cy="62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5"/>
          <p:cNvSpPr/>
          <p:nvPr/>
        </p:nvSpPr>
        <p:spPr>
          <a:xfrm>
            <a:off x="4853429" y="1672934"/>
            <a:ext cx="628800" cy="62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5"/>
          <p:cNvSpPr/>
          <p:nvPr/>
        </p:nvSpPr>
        <p:spPr>
          <a:xfrm>
            <a:off x="973161" y="1667031"/>
            <a:ext cx="628800" cy="62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5"/>
          <p:cNvSpPr txBox="1"/>
          <p:nvPr>
            <p:ph type="title"/>
          </p:nvPr>
        </p:nvSpPr>
        <p:spPr>
          <a:xfrm>
            <a:off x="1769125" y="1731425"/>
            <a:ext cx="2723400" cy="3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divisões:</a:t>
            </a:r>
            <a:endParaRPr/>
          </a:p>
        </p:txBody>
      </p:sp>
      <p:sp>
        <p:nvSpPr>
          <p:cNvPr id="1018" name="Google Shape;1018;p35"/>
          <p:cNvSpPr txBox="1"/>
          <p:nvPr>
            <p:ph idx="2" type="title"/>
          </p:nvPr>
        </p:nvSpPr>
        <p:spPr>
          <a:xfrm>
            <a:off x="797895" y="1725525"/>
            <a:ext cx="951300" cy="5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1019" name="Google Shape;1019;p35"/>
          <p:cNvSpPr txBox="1"/>
          <p:nvPr>
            <p:ph idx="1" type="subTitle"/>
          </p:nvPr>
        </p:nvSpPr>
        <p:spPr>
          <a:xfrm>
            <a:off x="1842750" y="2144099"/>
            <a:ext cx="2723400" cy="85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Os padrões diferem por sua complexidade, nível de detalhe e escala de aplicabilidade a todo o sistema que está sendo projetado.</a:t>
            </a:r>
            <a:endParaRPr sz="1200"/>
          </a:p>
        </p:txBody>
      </p:sp>
      <p:sp>
        <p:nvSpPr>
          <p:cNvPr id="1020" name="Google Shape;1020;p35"/>
          <p:cNvSpPr txBox="1"/>
          <p:nvPr>
            <p:ph idx="3" type="title"/>
          </p:nvPr>
        </p:nvSpPr>
        <p:spPr>
          <a:xfrm>
            <a:off x="1746950" y="3436425"/>
            <a:ext cx="27234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criação</a:t>
            </a:r>
            <a:endParaRPr/>
          </a:p>
        </p:txBody>
      </p:sp>
      <p:sp>
        <p:nvSpPr>
          <p:cNvPr id="1021" name="Google Shape;1021;p35"/>
          <p:cNvSpPr txBox="1"/>
          <p:nvPr>
            <p:ph idx="4" type="title"/>
          </p:nvPr>
        </p:nvSpPr>
        <p:spPr>
          <a:xfrm>
            <a:off x="797895" y="3388125"/>
            <a:ext cx="951300" cy="5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1022" name="Google Shape;1022;p35"/>
          <p:cNvSpPr txBox="1"/>
          <p:nvPr>
            <p:ph idx="5" type="subTitle"/>
          </p:nvPr>
        </p:nvSpPr>
        <p:spPr>
          <a:xfrm>
            <a:off x="1769125" y="3733437"/>
            <a:ext cx="2723400" cy="96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fornecem mecanismos de criação de objetos que aumentam a flexibilidade e a reutilização do código existente;</a:t>
            </a:r>
            <a:endParaRPr sz="1200"/>
          </a:p>
        </p:txBody>
      </p:sp>
      <p:sp>
        <p:nvSpPr>
          <p:cNvPr id="1023" name="Google Shape;1023;p35"/>
          <p:cNvSpPr txBox="1"/>
          <p:nvPr>
            <p:ph idx="6" type="title"/>
          </p:nvPr>
        </p:nvSpPr>
        <p:spPr>
          <a:xfrm>
            <a:off x="5605195" y="1645625"/>
            <a:ext cx="2731200" cy="5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estrutura</a:t>
            </a:r>
            <a:endParaRPr/>
          </a:p>
        </p:txBody>
      </p:sp>
      <p:sp>
        <p:nvSpPr>
          <p:cNvPr id="1024" name="Google Shape;1024;p35"/>
          <p:cNvSpPr txBox="1"/>
          <p:nvPr>
            <p:ph idx="7" type="title"/>
          </p:nvPr>
        </p:nvSpPr>
        <p:spPr>
          <a:xfrm>
            <a:off x="4659709" y="1731424"/>
            <a:ext cx="951300" cy="5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1025" name="Google Shape;1025;p35"/>
          <p:cNvSpPr txBox="1"/>
          <p:nvPr>
            <p:ph idx="8" type="subTitle"/>
          </p:nvPr>
        </p:nvSpPr>
        <p:spPr>
          <a:xfrm>
            <a:off x="5602950" y="2087406"/>
            <a:ext cx="2731200" cy="96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explicam como montar objetos e classes em estruturas maiores, mantendo essas estruturas flexíveis e eficientes;</a:t>
            </a:r>
            <a:endParaRPr sz="1200"/>
          </a:p>
        </p:txBody>
      </p:sp>
      <p:sp>
        <p:nvSpPr>
          <p:cNvPr id="1026" name="Google Shape;1026;p35"/>
          <p:cNvSpPr txBox="1"/>
          <p:nvPr>
            <p:ph idx="9" type="title"/>
          </p:nvPr>
        </p:nvSpPr>
        <p:spPr>
          <a:xfrm>
            <a:off x="5602950" y="3388875"/>
            <a:ext cx="3284700" cy="5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comportamento </a:t>
            </a:r>
            <a:endParaRPr/>
          </a:p>
        </p:txBody>
      </p:sp>
      <p:sp>
        <p:nvSpPr>
          <p:cNvPr id="1027" name="Google Shape;1027;p35"/>
          <p:cNvSpPr txBox="1"/>
          <p:nvPr>
            <p:ph idx="13" type="title"/>
          </p:nvPr>
        </p:nvSpPr>
        <p:spPr>
          <a:xfrm>
            <a:off x="4659709" y="3389163"/>
            <a:ext cx="951300" cy="5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1028" name="Google Shape;1028;p35"/>
          <p:cNvSpPr txBox="1"/>
          <p:nvPr>
            <p:ph idx="14" type="subTitle"/>
          </p:nvPr>
        </p:nvSpPr>
        <p:spPr>
          <a:xfrm>
            <a:off x="5696200" y="3790115"/>
            <a:ext cx="2731200" cy="85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cuidam da comunicação efetiva e da atribuição de responsabilidades entre os objetos.</a:t>
            </a:r>
            <a:endParaRPr sz="1200"/>
          </a:p>
        </p:txBody>
      </p:sp>
      <p:sp>
        <p:nvSpPr>
          <p:cNvPr id="1029" name="Google Shape;1029;p35"/>
          <p:cNvSpPr txBox="1"/>
          <p:nvPr>
            <p:ph idx="15" type="title"/>
          </p:nvPr>
        </p:nvSpPr>
        <p:spPr>
          <a:xfrm>
            <a:off x="723388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Classificação de padrões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36"/>
          <p:cNvSpPr/>
          <p:nvPr/>
        </p:nvSpPr>
        <p:spPr>
          <a:xfrm>
            <a:off x="3524018" y="2106868"/>
            <a:ext cx="1173900" cy="1173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36"/>
          <p:cNvSpPr txBox="1"/>
          <p:nvPr>
            <p:ph type="title"/>
          </p:nvPr>
        </p:nvSpPr>
        <p:spPr>
          <a:xfrm>
            <a:off x="0" y="2574475"/>
            <a:ext cx="4572600" cy="4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	</a:t>
            </a:r>
            <a:r>
              <a:rPr lang="en" sz="2000"/>
              <a:t>Qual padrão escolhemos?</a:t>
            </a:r>
            <a:endParaRPr sz="2000"/>
          </a:p>
        </p:txBody>
      </p:sp>
      <p:sp>
        <p:nvSpPr>
          <p:cNvPr id="1036" name="Google Shape;1036;p36"/>
          <p:cNvSpPr txBox="1"/>
          <p:nvPr>
            <p:ph idx="2" type="title"/>
          </p:nvPr>
        </p:nvSpPr>
        <p:spPr>
          <a:xfrm>
            <a:off x="720000" y="1799269"/>
            <a:ext cx="38520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cxnSp>
        <p:nvCxnSpPr>
          <p:cNvPr id="1037" name="Google Shape;1037;p36"/>
          <p:cNvCxnSpPr/>
          <p:nvPr/>
        </p:nvCxnSpPr>
        <p:spPr>
          <a:xfrm>
            <a:off x="4834500" y="1800518"/>
            <a:ext cx="2700" cy="1507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37"/>
          <p:cNvSpPr txBox="1"/>
          <p:nvPr>
            <p:ph type="title"/>
          </p:nvPr>
        </p:nvSpPr>
        <p:spPr>
          <a:xfrm>
            <a:off x="100850" y="403425"/>
            <a:ext cx="4384500" cy="9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Padrão Comportamental:</a:t>
            </a:r>
            <a:endParaRPr/>
          </a:p>
        </p:txBody>
      </p:sp>
      <p:sp>
        <p:nvSpPr>
          <p:cNvPr id="1043" name="Google Shape;1043;p37"/>
          <p:cNvSpPr txBox="1"/>
          <p:nvPr>
            <p:ph idx="1" type="body"/>
          </p:nvPr>
        </p:nvSpPr>
        <p:spPr>
          <a:xfrm>
            <a:off x="100850" y="1897350"/>
            <a:ext cx="4384500" cy="13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Paytone One"/>
                <a:ea typeface="Paytone One"/>
                <a:cs typeface="Paytone One"/>
                <a:sym typeface="Paytone One"/>
              </a:rPr>
              <a:t>Chain of Responsibility</a:t>
            </a:r>
            <a:endParaRPr sz="200"/>
          </a:p>
        </p:txBody>
      </p:sp>
      <p:pic>
        <p:nvPicPr>
          <p:cNvPr id="1044" name="Google Shape;104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0800" y="1569375"/>
            <a:ext cx="4353850" cy="2721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38"/>
          <p:cNvSpPr txBox="1"/>
          <p:nvPr>
            <p:ph type="title"/>
          </p:nvPr>
        </p:nvSpPr>
        <p:spPr>
          <a:xfrm>
            <a:off x="1602450" y="1456075"/>
            <a:ext cx="5939100" cy="5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Cadeia de </a:t>
            </a:r>
            <a:r>
              <a:rPr lang="en"/>
              <a:t>Responsabilidade</a:t>
            </a:r>
            <a:endParaRPr/>
          </a:p>
        </p:txBody>
      </p:sp>
      <p:sp>
        <p:nvSpPr>
          <p:cNvPr id="1050" name="Google Shape;1050;p38"/>
          <p:cNvSpPr txBox="1"/>
          <p:nvPr>
            <p:ph idx="1" type="subTitle"/>
          </p:nvPr>
        </p:nvSpPr>
        <p:spPr>
          <a:xfrm>
            <a:off x="1602450" y="2069800"/>
            <a:ext cx="5939100" cy="20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Também conhecido como CoR, Cadeia de Comando.</a:t>
            </a:r>
            <a:endParaRPr sz="1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 of  </a:t>
            </a:r>
            <a:r>
              <a:rPr lang="en"/>
              <a:t>Responsibility</a:t>
            </a:r>
            <a:r>
              <a:rPr lang="en"/>
              <a:t>  é um padrão de design comportamental que permite passar solicitações por uma cadeia de manipuladores;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Ao receber </a:t>
            </a:r>
            <a:r>
              <a:rPr lang="en"/>
              <a:t>uma solicitação,</a:t>
            </a:r>
            <a:r>
              <a:rPr lang="en"/>
              <a:t> cada manipulador decide processar a solicitação ou </a:t>
            </a:r>
            <a:r>
              <a:rPr lang="en"/>
              <a:t>passá-la</a:t>
            </a:r>
            <a:r>
              <a:rPr lang="en"/>
              <a:t> para o  </a:t>
            </a:r>
            <a:r>
              <a:rPr lang="en"/>
              <a:t>próximo</a:t>
            </a:r>
            <a:r>
              <a:rPr lang="en"/>
              <a:t> manipulador na cadeia.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9"/>
          <p:cNvSpPr txBox="1"/>
          <p:nvPr>
            <p:ph type="title"/>
          </p:nvPr>
        </p:nvSpPr>
        <p:spPr>
          <a:xfrm>
            <a:off x="1602450" y="1456075"/>
            <a:ext cx="5939100" cy="5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Aplicabilidade</a:t>
            </a:r>
            <a:endParaRPr/>
          </a:p>
        </p:txBody>
      </p:sp>
      <p:sp>
        <p:nvSpPr>
          <p:cNvPr id="1056" name="Google Shape;1056;p39"/>
          <p:cNvSpPr txBox="1"/>
          <p:nvPr>
            <p:ph idx="1" type="subTitle"/>
          </p:nvPr>
        </p:nvSpPr>
        <p:spPr>
          <a:xfrm>
            <a:off x="1602450" y="2069800"/>
            <a:ext cx="5939100" cy="20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Use o padrão chain of responsibility quando se espera que seu programa processe diferentes tipos de solicitações de várias maneiras, mas os tipos exatos de solicitações e suas sequências são desconhecidos de antemão;</a:t>
            </a:r>
            <a:endParaRPr sz="17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Use o </a:t>
            </a:r>
            <a:r>
              <a:rPr lang="en" sz="1700"/>
              <a:t>padrão</a:t>
            </a:r>
            <a:r>
              <a:rPr lang="en" sz="1700"/>
              <a:t> quando for essencial executar </a:t>
            </a:r>
            <a:r>
              <a:rPr lang="en" sz="1700"/>
              <a:t>vários</a:t>
            </a:r>
            <a:r>
              <a:rPr lang="en" sz="1700"/>
              <a:t> manipuladores em uma determinada ordem;</a:t>
            </a:r>
            <a:endParaRPr sz="17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Use o </a:t>
            </a:r>
            <a:r>
              <a:rPr lang="en" sz="1700"/>
              <a:t>padrão</a:t>
            </a:r>
            <a:r>
              <a:rPr lang="en" sz="1700"/>
              <a:t> CoR quando o conjunto de manipuladores e sua ordem forem alterados no tempo de execução.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40"/>
          <p:cNvSpPr/>
          <p:nvPr/>
        </p:nvSpPr>
        <p:spPr>
          <a:xfrm>
            <a:off x="3524018" y="2106868"/>
            <a:ext cx="1173900" cy="1173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40"/>
          <p:cNvSpPr txBox="1"/>
          <p:nvPr>
            <p:ph type="title"/>
          </p:nvPr>
        </p:nvSpPr>
        <p:spPr>
          <a:xfrm>
            <a:off x="0" y="2574475"/>
            <a:ext cx="4572600" cy="50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Prós e contras</a:t>
            </a:r>
            <a:r>
              <a:rPr lang="en"/>
              <a:t> </a:t>
            </a:r>
            <a:endParaRPr/>
          </a:p>
        </p:txBody>
      </p:sp>
      <p:sp>
        <p:nvSpPr>
          <p:cNvPr id="1063" name="Google Shape;1063;p40"/>
          <p:cNvSpPr txBox="1"/>
          <p:nvPr>
            <p:ph idx="2" type="title"/>
          </p:nvPr>
        </p:nvSpPr>
        <p:spPr>
          <a:xfrm>
            <a:off x="720000" y="1799269"/>
            <a:ext cx="38520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cxnSp>
        <p:nvCxnSpPr>
          <p:cNvPr id="1064" name="Google Shape;1064;p40"/>
          <p:cNvCxnSpPr/>
          <p:nvPr/>
        </p:nvCxnSpPr>
        <p:spPr>
          <a:xfrm>
            <a:off x="4834500" y="1800518"/>
            <a:ext cx="2700" cy="1507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1"/>
          <p:cNvSpPr/>
          <p:nvPr/>
        </p:nvSpPr>
        <p:spPr>
          <a:xfrm>
            <a:off x="4057800" y="1828275"/>
            <a:ext cx="1028400" cy="102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>
                <a:solidFill>
                  <a:schemeClr val="accent6"/>
                </a:solidFill>
              </a:rPr>
              <a:t>2.</a:t>
            </a:r>
            <a:endParaRPr sz="5100">
              <a:solidFill>
                <a:schemeClr val="accent6"/>
              </a:solidFill>
            </a:endParaRPr>
          </a:p>
        </p:txBody>
      </p:sp>
      <p:sp>
        <p:nvSpPr>
          <p:cNvPr id="1070" name="Google Shape;1070;p41"/>
          <p:cNvSpPr/>
          <p:nvPr/>
        </p:nvSpPr>
        <p:spPr>
          <a:xfrm>
            <a:off x="6741650" y="1828275"/>
            <a:ext cx="1028400" cy="102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>
                <a:solidFill>
                  <a:schemeClr val="accent6"/>
                </a:solidFill>
              </a:rPr>
              <a:t>3.</a:t>
            </a:r>
            <a:endParaRPr sz="5100">
              <a:solidFill>
                <a:schemeClr val="accent6"/>
              </a:solidFill>
            </a:endParaRPr>
          </a:p>
        </p:txBody>
      </p:sp>
      <p:sp>
        <p:nvSpPr>
          <p:cNvPr id="1071" name="Google Shape;1071;p41"/>
          <p:cNvSpPr/>
          <p:nvPr/>
        </p:nvSpPr>
        <p:spPr>
          <a:xfrm>
            <a:off x="1373938" y="1828275"/>
            <a:ext cx="1028400" cy="102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>
                <a:solidFill>
                  <a:schemeClr val="accent6"/>
                </a:solidFill>
              </a:rPr>
              <a:t>1.</a:t>
            </a:r>
            <a:endParaRPr sz="5100">
              <a:solidFill>
                <a:schemeClr val="accent6"/>
              </a:solidFill>
            </a:endParaRPr>
          </a:p>
        </p:txBody>
      </p:sp>
      <p:sp>
        <p:nvSpPr>
          <p:cNvPr id="1072" name="Google Shape;1072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pontos positivos</a:t>
            </a:r>
            <a:endParaRPr/>
          </a:p>
        </p:txBody>
      </p:sp>
      <p:sp>
        <p:nvSpPr>
          <p:cNvPr id="1073" name="Google Shape;1073;p41"/>
          <p:cNvSpPr txBox="1"/>
          <p:nvPr>
            <p:ph idx="1" type="subTitle"/>
          </p:nvPr>
        </p:nvSpPr>
        <p:spPr>
          <a:xfrm>
            <a:off x="430000" y="2992275"/>
            <a:ext cx="2336400" cy="102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Você pode controlar a ordem de tratamento da solicitação;</a:t>
            </a:r>
            <a:endParaRPr/>
          </a:p>
        </p:txBody>
      </p:sp>
      <p:sp>
        <p:nvSpPr>
          <p:cNvPr id="1074" name="Google Shape;1074;p41"/>
          <p:cNvSpPr txBox="1"/>
          <p:nvPr>
            <p:ph idx="3" type="title"/>
          </p:nvPr>
        </p:nvSpPr>
        <p:spPr>
          <a:xfrm>
            <a:off x="3403800" y="2785987"/>
            <a:ext cx="2336400" cy="12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Princípio</a:t>
            </a:r>
            <a:r>
              <a:rPr lang="en" sz="1800"/>
              <a:t> da </a:t>
            </a:r>
            <a:r>
              <a:rPr lang="en" sz="1800"/>
              <a:t>Responsabilidade</a:t>
            </a:r>
            <a:endParaRPr sz="1800"/>
          </a:p>
        </p:txBody>
      </p:sp>
      <p:sp>
        <p:nvSpPr>
          <p:cNvPr id="1075" name="Google Shape;1075;p41"/>
          <p:cNvSpPr txBox="1"/>
          <p:nvPr>
            <p:ph idx="4" type="subTitle"/>
          </p:nvPr>
        </p:nvSpPr>
        <p:spPr>
          <a:xfrm>
            <a:off x="3097650" y="3876950"/>
            <a:ext cx="2948700" cy="8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Você pode desacoplar classes que invocam </a:t>
            </a:r>
            <a:r>
              <a:rPr lang="en"/>
              <a:t>operações</a:t>
            </a:r>
            <a:r>
              <a:rPr lang="en"/>
              <a:t> de classes que executam </a:t>
            </a:r>
            <a:r>
              <a:rPr lang="en"/>
              <a:t>operações;</a:t>
            </a:r>
            <a:endParaRPr/>
          </a:p>
        </p:txBody>
      </p:sp>
      <p:sp>
        <p:nvSpPr>
          <p:cNvPr id="1076" name="Google Shape;1076;p41"/>
          <p:cNvSpPr txBox="1"/>
          <p:nvPr>
            <p:ph idx="5" type="title"/>
          </p:nvPr>
        </p:nvSpPr>
        <p:spPr>
          <a:xfrm>
            <a:off x="6087650" y="2859164"/>
            <a:ext cx="2336400" cy="11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Princípio</a:t>
            </a:r>
            <a:r>
              <a:rPr lang="en" sz="1800"/>
              <a:t> Aberto/Fechado</a:t>
            </a:r>
            <a:endParaRPr sz="1800"/>
          </a:p>
        </p:txBody>
      </p:sp>
      <p:sp>
        <p:nvSpPr>
          <p:cNvPr id="1077" name="Google Shape;1077;p41"/>
          <p:cNvSpPr txBox="1"/>
          <p:nvPr>
            <p:ph idx="6" type="subTitle"/>
          </p:nvPr>
        </p:nvSpPr>
        <p:spPr>
          <a:xfrm>
            <a:off x="5948925" y="3876950"/>
            <a:ext cx="2888400" cy="8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Você pode introduzir novos manipuladores no aplicativo sem quebrar o </a:t>
            </a:r>
            <a:r>
              <a:rPr lang="en"/>
              <a:t>código</a:t>
            </a:r>
            <a:r>
              <a:rPr lang="en"/>
              <a:t> do cliente existente.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42"/>
          <p:cNvSpPr/>
          <p:nvPr/>
        </p:nvSpPr>
        <p:spPr>
          <a:xfrm>
            <a:off x="4057800" y="1828275"/>
            <a:ext cx="1028400" cy="102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42"/>
          <p:cNvSpPr/>
          <p:nvPr/>
        </p:nvSpPr>
        <p:spPr>
          <a:xfrm>
            <a:off x="6741650" y="1828275"/>
            <a:ext cx="1028400" cy="102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42"/>
          <p:cNvSpPr/>
          <p:nvPr/>
        </p:nvSpPr>
        <p:spPr>
          <a:xfrm>
            <a:off x="1373938" y="1828275"/>
            <a:ext cx="1028400" cy="102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42"/>
          <p:cNvSpPr txBox="1"/>
          <p:nvPr>
            <p:ph type="title"/>
          </p:nvPr>
        </p:nvSpPr>
        <p:spPr>
          <a:xfrm>
            <a:off x="2422500" y="1254675"/>
            <a:ext cx="4299000" cy="5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</a:t>
            </a:r>
            <a:r>
              <a:rPr lang="en" sz="2800"/>
              <a:t>onto negativo</a:t>
            </a:r>
            <a:endParaRPr sz="2800"/>
          </a:p>
        </p:txBody>
      </p:sp>
      <p:sp>
        <p:nvSpPr>
          <p:cNvPr id="1086" name="Google Shape;1086;p42"/>
          <p:cNvSpPr txBox="1"/>
          <p:nvPr>
            <p:ph idx="4294967295" type="subTitle"/>
          </p:nvPr>
        </p:nvSpPr>
        <p:spPr>
          <a:xfrm>
            <a:off x="2761525" y="2248375"/>
            <a:ext cx="3141900" cy="11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algumas solicitações podem acabar não sendo atendidas.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43"/>
          <p:cNvSpPr/>
          <p:nvPr/>
        </p:nvSpPr>
        <p:spPr>
          <a:xfrm>
            <a:off x="3524018" y="2106868"/>
            <a:ext cx="1173900" cy="1173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43"/>
          <p:cNvSpPr txBox="1"/>
          <p:nvPr>
            <p:ph type="title"/>
          </p:nvPr>
        </p:nvSpPr>
        <p:spPr>
          <a:xfrm>
            <a:off x="125325" y="2675325"/>
            <a:ext cx="4572600" cy="50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Chain of Responsibility na prática</a:t>
            </a:r>
            <a:endParaRPr/>
          </a:p>
        </p:txBody>
      </p:sp>
      <p:sp>
        <p:nvSpPr>
          <p:cNvPr id="1093" name="Google Shape;1093;p43"/>
          <p:cNvSpPr txBox="1"/>
          <p:nvPr>
            <p:ph idx="2" type="title"/>
          </p:nvPr>
        </p:nvSpPr>
        <p:spPr>
          <a:xfrm>
            <a:off x="720600" y="1800519"/>
            <a:ext cx="38520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</a:t>
            </a:r>
            <a:endParaRPr/>
          </a:p>
        </p:txBody>
      </p:sp>
      <p:cxnSp>
        <p:nvCxnSpPr>
          <p:cNvPr id="1094" name="Google Shape;1094;p43"/>
          <p:cNvCxnSpPr/>
          <p:nvPr/>
        </p:nvCxnSpPr>
        <p:spPr>
          <a:xfrm>
            <a:off x="4834500" y="1800518"/>
            <a:ext cx="2700" cy="1507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44"/>
          <p:cNvSpPr txBox="1"/>
          <p:nvPr>
            <p:ph idx="1" type="subTitle"/>
          </p:nvPr>
        </p:nvSpPr>
        <p:spPr>
          <a:xfrm>
            <a:off x="1159800" y="1567050"/>
            <a:ext cx="7097400" cy="147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Vídeo exibindo o programa com o padrão implementado e “debugando” o código na parte da implementação.</a:t>
            </a:r>
            <a:endParaRPr sz="1600"/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9144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https://youtu.be/yNzICvNHjTo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45"/>
          <p:cNvSpPr/>
          <p:nvPr/>
        </p:nvSpPr>
        <p:spPr>
          <a:xfrm>
            <a:off x="3524018" y="2106868"/>
            <a:ext cx="1173900" cy="1173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45"/>
          <p:cNvSpPr txBox="1"/>
          <p:nvPr>
            <p:ph type="title"/>
          </p:nvPr>
        </p:nvSpPr>
        <p:spPr>
          <a:xfrm>
            <a:off x="125325" y="2675325"/>
            <a:ext cx="4572600" cy="50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relaciona-se com outros padrões?</a:t>
            </a:r>
            <a:endParaRPr/>
          </a:p>
        </p:txBody>
      </p:sp>
      <p:sp>
        <p:nvSpPr>
          <p:cNvPr id="1106" name="Google Shape;1106;p45"/>
          <p:cNvSpPr txBox="1"/>
          <p:nvPr>
            <p:ph idx="2" type="title"/>
          </p:nvPr>
        </p:nvSpPr>
        <p:spPr>
          <a:xfrm>
            <a:off x="720600" y="1800519"/>
            <a:ext cx="38520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06.</a:t>
            </a:r>
            <a:endParaRPr/>
          </a:p>
        </p:txBody>
      </p:sp>
      <p:cxnSp>
        <p:nvCxnSpPr>
          <p:cNvPr id="1107" name="Google Shape;1107;p45"/>
          <p:cNvCxnSpPr/>
          <p:nvPr/>
        </p:nvCxnSpPr>
        <p:spPr>
          <a:xfrm>
            <a:off x="4834500" y="1800518"/>
            <a:ext cx="2700" cy="1507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relações com outros </a:t>
            </a:r>
            <a:r>
              <a:rPr lang="en"/>
              <a:t>padrões</a:t>
            </a:r>
            <a:r>
              <a:rPr lang="en"/>
              <a:t> </a:t>
            </a:r>
            <a:endParaRPr/>
          </a:p>
        </p:txBody>
      </p:sp>
      <p:sp>
        <p:nvSpPr>
          <p:cNvPr id="1113" name="Google Shape;1113;p46"/>
          <p:cNvSpPr txBox="1"/>
          <p:nvPr>
            <p:ph idx="3" type="subTitle"/>
          </p:nvPr>
        </p:nvSpPr>
        <p:spPr>
          <a:xfrm>
            <a:off x="720000" y="1350425"/>
            <a:ext cx="4677000" cy="157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 of responsibility, C</a:t>
            </a:r>
            <a:r>
              <a:rPr lang="en"/>
              <a:t>ommand, Mediator e Observer abordam várias formas de conectar remetentes e destinatários de solicitações.</a:t>
            </a:r>
            <a:endParaRPr/>
          </a:p>
        </p:txBody>
      </p:sp>
      <p:sp>
        <p:nvSpPr>
          <p:cNvPr id="1114" name="Google Shape;1114;p46"/>
          <p:cNvSpPr txBox="1"/>
          <p:nvPr/>
        </p:nvSpPr>
        <p:spPr>
          <a:xfrm>
            <a:off x="3409500" y="3450300"/>
            <a:ext cx="5014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AutoNum type="arabicPeriod"/>
            </a:pPr>
            <a:r>
              <a:rPr lang="en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A cadeia de responsabilidade passa uma solicitação;</a:t>
            </a:r>
            <a:endParaRPr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AutoNum type="arabicPeriod"/>
            </a:pPr>
            <a:r>
              <a:rPr lang="en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O command estabelece conexões unidirecionais entre remetentes e </a:t>
            </a:r>
            <a:r>
              <a:rPr lang="en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destinatários;</a:t>
            </a:r>
            <a:endParaRPr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AutoNum type="arabicPeriod"/>
            </a:pPr>
            <a:r>
              <a:rPr lang="en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Mediator elimina conexões diretas, forçando-os a se comunicarem por um objeto mediador;</a:t>
            </a:r>
            <a:endParaRPr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AutoNum type="arabicPeriod"/>
            </a:pPr>
            <a:r>
              <a:rPr lang="en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Observer permite que </a:t>
            </a:r>
            <a:r>
              <a:rPr lang="en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os receptores</a:t>
            </a:r>
            <a:r>
              <a:rPr lang="en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 assinem e </a:t>
            </a:r>
            <a:r>
              <a:rPr lang="en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cancelem</a:t>
            </a:r>
            <a:r>
              <a:rPr lang="en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 o recebimento de </a:t>
            </a:r>
            <a:r>
              <a:rPr lang="en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solicitações.</a:t>
            </a:r>
            <a:endParaRPr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666750"/>
            <a:ext cx="6096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47"/>
          <p:cNvSpPr txBox="1"/>
          <p:nvPr/>
        </p:nvSpPr>
        <p:spPr>
          <a:xfrm>
            <a:off x="794225" y="1878375"/>
            <a:ext cx="72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Thesis Defense by Slidesgo">
  <a:themeElements>
    <a:clrScheme name="Simple Light">
      <a:dk1>
        <a:srgbClr val="191919"/>
      </a:dk1>
      <a:lt1>
        <a:srgbClr val="FFFFFF"/>
      </a:lt1>
      <a:dk2>
        <a:srgbClr val="595959"/>
      </a:dk2>
      <a:lt2>
        <a:srgbClr val="EEEEEE"/>
      </a:lt2>
      <a:accent1>
        <a:srgbClr val="F9D4D0"/>
      </a:accent1>
      <a:accent2>
        <a:srgbClr val="EA5458"/>
      </a:accent2>
      <a:accent3>
        <a:srgbClr val="FEF2F0"/>
      </a:accent3>
      <a:accent4>
        <a:srgbClr val="FFFFFF"/>
      </a:accent4>
      <a:accent5>
        <a:srgbClr val="F9D4D0"/>
      </a:accent5>
      <a:accent6>
        <a:srgbClr val="EA5458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